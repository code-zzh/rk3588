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9" r:id="rId4"/>
    <p:sldId id="260" r:id="rId6"/>
    <p:sldId id="263" r:id="rId7"/>
    <p:sldId id="261" r:id="rId8"/>
    <p:sldId id="265" r:id="rId9"/>
  </p:sldIdLst>
  <p:sldSz cx="12192000" cy="6858000"/>
  <p:notesSz cx="6858000" cy="9144000"/>
  <p:custShowLst>
    <p:custShow name="自定义放映 1" id="0">
      <p:sldLst>
        <p:sld r:id="rId4"/>
        <p:sld r:id="rId6"/>
        <p:sld r:id="rId7"/>
        <p:sld r:id="rId8"/>
      </p:sldLst>
    </p:custShow>
  </p:custShowLst>
  <p:custDataLst>
    <p:tags r:id="rId13"/>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8" userDrawn="1">
          <p15:clr>
            <a:srgbClr val="747775"/>
          </p15:clr>
        </p15:guide>
        <p15:guide id="2" pos="294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custShow id="0"/>
  </p:showPr>
  <p:clrMru>
    <a:srgbClr val="A6C6B3"/>
    <a:srgbClr val="407EC6"/>
    <a:srgbClr val="34D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8"/>
        <p:guide pos="294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gs" Target="tags/tag213.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是我们本次参赛作品的封面，作品名为“芯农智巡”，是一款基于RK3588的多模态病虫害检测系统，本次参赛选题为边缘人工智能应用，隶属于第九届全国大学生嵌入式芯片与系统设计竞赛芯片应用赛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接下来我将介绍我们作品的设计背景，主要从行业现有病害检测的痛点、我们这套系统的设计可行性，以及行业智能化发展趋势三个维度展开说明。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是我们本次参赛作品的封面，作品名为“芯农智巡”，是一款基于RK3588的多模态病虫害检测系统，本次参赛选题为边缘人工智能应用，隶属于第九届全国大学生嵌入式芯片与系统设计竞赛芯片应用赛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我们的作品核心功能主要分为三个部分，分别是ROS导航功能、YOLO病害检测功能，以及多模态模型推理功能，接下来我将分别对这三个功能进行说明。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我们的作品核心功能主要分为三个部分，分别是ROS导航功能、YOLO病害检测功能，以及多模态模型推理功能，接下来我将分别对这三个功能进行说明。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9.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xml"/><Relationship Id="rId2" Type="http://schemas.openxmlformats.org/officeDocument/2006/relationships/tags" Target="../tags/tag7.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file:///C:\Users\1V994W2\PycharmProjects\PPT_Background_Generation/pic_temp/pic_half_right.png" TargetMode="External"/><Relationship Id="rId3" Type="http://schemas.openxmlformats.org/officeDocument/2006/relationships/image" Target="../media/image4.png"/><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23.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22.xml"/><Relationship Id="rId2" Type="http://schemas.openxmlformats.org/officeDocument/2006/relationships/tags" Target="../tags/tag21.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3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31.xml"/><Relationship Id="rId2" Type="http://schemas.openxmlformats.org/officeDocument/2006/relationships/tags" Target="../tags/tag30.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image" Target="file:///C:\Users\1V994W2\PycharmProjects\PPT_Background_Generation/pic_temp/0_pic_quater_left_up.png" TargetMode="External"/><Relationship Id="rId7" Type="http://schemas.openxmlformats.org/officeDocument/2006/relationships/image" Target="../media/image2.png"/><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image" Target="file:///C:\Users\1V994W2\Documents\Tencent%20Files\574576071\FileRecv\&#25340;&#35013;&#32032;&#26448;\formiddle2\\15\subject_holdright_64,126,178_0_staid_full_0.png" TargetMode="External"/><Relationship Id="rId3" Type="http://schemas.openxmlformats.org/officeDocument/2006/relationships/image" Target="../media/image5.png"/><Relationship Id="rId2" Type="http://schemas.openxmlformats.org/officeDocument/2006/relationships/tags" Target="../tags/tag41.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53.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52.xml"/><Relationship Id="rId2" Type="http://schemas.openxmlformats.org/officeDocument/2006/relationships/tags" Target="../tags/tag51.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6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61.xml"/><Relationship Id="rId2" Type="http://schemas.openxmlformats.org/officeDocument/2006/relationships/tags" Target="../tags/tag60.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7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69.xml"/><Relationship Id="rId2" Type="http://schemas.openxmlformats.org/officeDocument/2006/relationships/tags" Target="../tags/tag68.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3.png"/><Relationship Id="rId5" Type="http://schemas.openxmlformats.org/officeDocument/2006/relationships/tags" Target="../tags/tag8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2.png"/><Relationship Id="rId2" Type="http://schemas.openxmlformats.org/officeDocument/2006/relationships/tags" Target="../tags/tag81.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89.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88.xml"/><Relationship Id="rId2" Type="http://schemas.openxmlformats.org/officeDocument/2006/relationships/tags" Target="../tags/tag87.xml"/><Relationship Id="rId13" Type="http://schemas.openxmlformats.org/officeDocument/2006/relationships/tags" Target="../tags/tag94.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96.xml"/><Relationship Id="rId2" Type="http://schemas.openxmlformats.org/officeDocument/2006/relationships/tags" Target="../tags/tag95.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05.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04.xml"/><Relationship Id="rId2" Type="http://schemas.openxmlformats.org/officeDocument/2006/relationships/tags" Target="../tags/tag103.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14.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13.xml"/><Relationship Id="rId2" Type="http://schemas.openxmlformats.org/officeDocument/2006/relationships/tags" Target="../tags/tag112.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3.png"/><Relationship Id="rId6" Type="http://schemas.openxmlformats.org/officeDocument/2006/relationships/tags" Target="../tags/tag123.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2.png"/><Relationship Id="rId3" Type="http://schemas.openxmlformats.org/officeDocument/2006/relationships/tags" Target="../tags/tag122.xml"/><Relationship Id="rId2" Type="http://schemas.openxmlformats.org/officeDocument/2006/relationships/tags" Target="../tags/tag121.xml"/><Relationship Id="rId16" Type="http://schemas.openxmlformats.org/officeDocument/2006/relationships/tags" Target="../tags/tag131.xml"/><Relationship Id="rId15" Type="http://schemas.openxmlformats.org/officeDocument/2006/relationships/tags" Target="../tags/tag130.xml"/><Relationship Id="rId14" Type="http://schemas.openxmlformats.org/officeDocument/2006/relationships/tags" Target="../tags/tag129.xml"/><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7.png"/><Relationship Id="rId6" Type="http://schemas.openxmlformats.org/officeDocument/2006/relationships/tags" Target="../tags/tag134.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6.png"/><Relationship Id="rId3" Type="http://schemas.openxmlformats.org/officeDocument/2006/relationships/tags" Target="../tags/tag133.xml"/><Relationship Id="rId2" Type="http://schemas.openxmlformats.org/officeDocument/2006/relationships/tags" Target="../tags/tag132.xml"/><Relationship Id="rId13" Type="http://schemas.openxmlformats.org/officeDocument/2006/relationships/tags" Target="../tags/tag139.xml"/><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r:link="rId4" cstate="email"/>
          <a:stretch>
            <a:fillRect/>
          </a:stretch>
        </p:blipFill>
        <p:spPr>
          <a:xfrm>
            <a:off x="0" y="0"/>
            <a:ext cx="12192000" cy="6858000"/>
          </a:xfrm>
          <a:prstGeom prst="rect">
            <a:avLst/>
          </a:prstGeom>
        </p:spPr>
      </p:pic>
      <p:sp>
        <p:nvSpPr>
          <p:cNvPr id="16" name="日期占位符 15"/>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标题 6"/>
          <p:cNvSpPr>
            <a:spLocks noGrp="1"/>
          </p:cNvSpPr>
          <p:nvPr>
            <p:ph type="title" hasCustomPrompt="1"/>
            <p:custDataLst>
              <p:tags r:id="rId8"/>
            </p:custDataLst>
          </p:nvPr>
        </p:nvSpPr>
        <p:spPr>
          <a:xfrm>
            <a:off x="2229742" y="2647331"/>
            <a:ext cx="4825366" cy="984018"/>
          </a:xfrm>
        </p:spPr>
        <p:txBody>
          <a:bodyPr anchor="b">
            <a:normAutofit/>
          </a:bodyPr>
          <a:lstStyle>
            <a:lvl1pPr>
              <a:defRPr sz="4800">
                <a:latin typeface="汉仪旗黑-85S" panose="00020600040101010101" pitchFamily="18" charset="-122"/>
                <a:ea typeface="汉仪旗黑-85S" panose="00020600040101010101" pitchFamily="18" charset="-122"/>
              </a:defRPr>
            </a:lvl1pPr>
          </a:lstStyle>
          <a:p>
            <a:r>
              <a:rPr lang="zh-CN" altLang="en-US" dirty="0"/>
              <a:t>单击编辑标题</a:t>
            </a:r>
            <a:endParaRPr lang="zh-CN" altLang="en-US" dirty="0"/>
          </a:p>
        </p:txBody>
      </p:sp>
      <p:sp>
        <p:nvSpPr>
          <p:cNvPr id="9" name="文本占位符 8"/>
          <p:cNvSpPr>
            <a:spLocks noGrp="1"/>
          </p:cNvSpPr>
          <p:nvPr>
            <p:ph type="body" sz="quarter" idx="13" hasCustomPrompt="1"/>
            <p:custDataLst>
              <p:tags r:id="rId9"/>
            </p:custDataLst>
          </p:nvPr>
        </p:nvSpPr>
        <p:spPr>
          <a:xfrm>
            <a:off x="2230438" y="3830987"/>
            <a:ext cx="4824670" cy="316800"/>
          </a:xfrm>
        </p:spPr>
        <p:txBody>
          <a:bodyPr>
            <a:normAutofit/>
          </a:bodyPr>
          <a:lstStyle>
            <a:lvl1pPr marL="0" indent="0">
              <a:lnSpc>
                <a:spcPct val="100000"/>
              </a:lnSpc>
              <a:spcAft>
                <a:spcPts val="0"/>
              </a:spcAft>
              <a:buNone/>
              <a:defRPr sz="1800"/>
            </a:lvl1pPr>
          </a:lstStyle>
          <a:p>
            <a:pPr lvl="0"/>
            <a:r>
              <a:rPr lang="zh-CN" altLang="en-US" dirty="0"/>
              <a:t>单击此处编辑副标题</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0" y="0"/>
            <a:ext cx="12192000" cy="682332"/>
            <a:chOff x="0" y="0"/>
            <a:chExt cx="12192000" cy="682332"/>
          </a:xfrm>
        </p:grpSpPr>
        <p:pic>
          <p:nvPicPr>
            <p:cNvPr id="8" name="图片 7"/>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7" name="图片 6"/>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2" name="标题 1"/>
          <p:cNvSpPr>
            <a:spLocks noGrp="1"/>
          </p:cNvSpPr>
          <p:nvPr>
            <p:ph type="title"/>
            <p:custDataLst>
              <p:tags r:id="rId9"/>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10"/>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email"/>
          <a:stretch>
            <a:fillRect/>
          </a:stretch>
        </p:blipFill>
        <p:spPr>
          <a:xfrm>
            <a:off x="8579555" y="1397000"/>
            <a:ext cx="3612445" cy="4064000"/>
          </a:xfrm>
          <a:prstGeom prst="rect">
            <a:avLst/>
          </a:prstGeom>
        </p:spPr>
      </p:pic>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p:ph type="ctrTitle" idx="14" hasCustomPrompt="1"/>
            <p:custDataLst>
              <p:tags r:id="rId8"/>
            </p:custDataLst>
          </p:nvPr>
        </p:nvSpPr>
        <p:spPr>
          <a:xfrm>
            <a:off x="2191067" y="2707006"/>
            <a:ext cx="5894070" cy="714375"/>
          </a:xfrm>
        </p:spPr>
        <p:txBody>
          <a:bodyPr vert="horz" wrap="square" lIns="0" tIns="0" rIns="0" bIns="0" anchor="ctr" anchorCtr="0">
            <a:normAutofit/>
          </a:bodyPr>
          <a:lstStyle>
            <a:lvl1pPr marL="0" marR="0" indent="0" algn="l" defTabSz="914400" rtl="0" eaLnBrk="1" fontAlgn="auto" latinLnBrk="0" hangingPunct="1">
              <a:lnSpc>
                <a:spcPct val="120000"/>
              </a:lnSpc>
              <a:spcBef>
                <a:spcPct val="0"/>
              </a:spcBef>
              <a:spcAft>
                <a:spcPts val="0"/>
              </a:spcAft>
              <a:buClrTx/>
              <a:buSzPts val="3200"/>
              <a:buNone/>
              <a:defRPr sz="3200" b="0" spc="300">
                <a:solidFill>
                  <a:schemeClr val="tx1"/>
                </a:solidFill>
                <a:latin typeface="Arial" panose="020B0604020202020204" pitchFamily="34" charset="0"/>
                <a:ea typeface="汉仪旗黑-85S" panose="00020600040101010101" pitchFamily="18" charset="-122"/>
              </a:defRPr>
            </a:lvl1pPr>
          </a:lstStyle>
          <a:p>
            <a:r>
              <a:rPr lang="zh-CN" altLang="en-US"/>
              <a:t>编辑标题</a:t>
            </a:r>
            <a:endParaRPr lang="zh-CN" altLang="en-US"/>
          </a:p>
        </p:txBody>
      </p:sp>
      <p:sp>
        <p:nvSpPr>
          <p:cNvPr id="2" name="副标题 1"/>
          <p:cNvSpPr>
            <a:spLocks noGrp="1"/>
          </p:cNvSpPr>
          <p:nvPr>
            <p:ph type="subTitle" idx="13" hasCustomPrompt="1"/>
            <p:custDataLst>
              <p:tags r:id="rId9"/>
            </p:custDataLst>
          </p:nvPr>
        </p:nvSpPr>
        <p:spPr>
          <a:xfrm>
            <a:off x="2191067" y="3592195"/>
            <a:ext cx="5894070" cy="749300"/>
          </a:xfrm>
        </p:spPr>
        <p:txBody>
          <a:bodyPr vert="horz" wrap="square" lIns="0" tIns="0" rIns="0" bIns="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tx1"/>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0" y="0"/>
            <a:ext cx="12192000" cy="682332"/>
            <a:chOff x="0" y="0"/>
            <a:chExt cx="12192000" cy="682332"/>
          </a:xfrm>
        </p:grpSpPr>
        <p:pic>
          <p:nvPicPr>
            <p:cNvPr id="9" name="图片 8"/>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2" name="标题 1"/>
          <p:cNvSpPr>
            <a:spLocks noGrp="1"/>
          </p:cNvSpPr>
          <p:nvPr>
            <p:ph type="title"/>
            <p:custDataLst>
              <p:tags r:id="rId9"/>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10"/>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1"/>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0" y="0"/>
            <a:ext cx="12192000" cy="682332"/>
            <a:chOff x="0" y="0"/>
            <a:chExt cx="12192000" cy="682332"/>
          </a:xfrm>
        </p:grpSpPr>
        <p:pic>
          <p:nvPicPr>
            <p:cNvPr id="11" name="图片 10"/>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10" name="图片 9"/>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2" name="标题 1"/>
          <p:cNvSpPr>
            <a:spLocks noGrp="1"/>
          </p:cNvSpPr>
          <p:nvPr>
            <p:ph type="title"/>
            <p:custDataLst>
              <p:tags r:id="rId9"/>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10"/>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1"/>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2"/>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3"/>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5"/>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6"/>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email"/>
          <a:stretch>
            <a:fillRect/>
          </a:stretch>
        </p:blipFill>
        <p:spPr>
          <a:xfrm>
            <a:off x="304800" y="2194560"/>
            <a:ext cx="4389120" cy="2468880"/>
          </a:xfrm>
          <a:prstGeom prst="rect">
            <a:avLst/>
          </a:prstGeom>
        </p:spPr>
      </p:pic>
      <p:sp>
        <p:nvSpPr>
          <p:cNvPr id="7" name="任意多边形 6"/>
          <p:cNvSpPr/>
          <p:nvPr userDrawn="1">
            <p:custDataLst>
              <p:tags r:id="rId5"/>
            </p:custDataLst>
          </p:nvPr>
        </p:nvSpPr>
        <p:spPr>
          <a:xfrm>
            <a:off x="4878000" y="0"/>
            <a:ext cx="73140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lumMod val="10000"/>
              <a:lumOff val="90000"/>
            </a:schemeClr>
          </a:solidFill>
          <a:ln w="12700"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p:cNvPicPr/>
          <p:nvPr userDrawn="1">
            <p:custDataLst>
              <p:tags r:id="rId6"/>
            </p:custDataLst>
          </p:nvPr>
        </p:nvPicPr>
        <p:blipFill>
          <a:blip r:embed="rId7" r:link="rId8" cstate="email"/>
          <a:stretch>
            <a:fillRect/>
          </a:stretch>
        </p:blipFill>
        <p:spPr>
          <a:xfrm>
            <a:off x="11471910" y="6246700"/>
            <a:ext cx="720090" cy="611299"/>
          </a:xfrm>
          <a:prstGeom prst="rect">
            <a:avLst/>
          </a:prstGeom>
        </p:spPr>
      </p:pic>
      <p:sp>
        <p:nvSpPr>
          <p:cNvPr id="2" name="标题 1"/>
          <p:cNvSpPr>
            <a:spLocks noGrp="1"/>
          </p:cNvSpPr>
          <p:nvPr>
            <p:ph type="title"/>
            <p:custDataLst>
              <p:tags r:id="rId9"/>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0" y="0"/>
            <a:ext cx="12192000" cy="682332"/>
            <a:chOff x="0" y="0"/>
            <a:chExt cx="12192000" cy="682332"/>
          </a:xfrm>
        </p:grpSpPr>
        <p:pic>
          <p:nvPicPr>
            <p:cNvPr id="9" name="图片 8"/>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2" name="标题 1"/>
          <p:cNvSpPr>
            <a:spLocks noGrp="1"/>
          </p:cNvSpPr>
          <p:nvPr>
            <p:ph type="title"/>
            <p:custDataLst>
              <p:tags r:id="rId9"/>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10"/>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1"/>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0" y="0"/>
            <a:ext cx="12192000" cy="682332"/>
            <a:chOff x="0" y="0"/>
            <a:chExt cx="12192000" cy="682332"/>
          </a:xfrm>
        </p:grpSpPr>
        <p:pic>
          <p:nvPicPr>
            <p:cNvPr id="8" name="图片 7"/>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7" name="图片 6"/>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2" name="竖排标题 1"/>
          <p:cNvSpPr>
            <a:spLocks noGrp="1"/>
          </p:cNvSpPr>
          <p:nvPr>
            <p:ph type="title" orient="vert"/>
            <p:custDataLst>
              <p:tags r:id="rId9"/>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10"/>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2" name="组合 1"/>
          <p:cNvGrpSpPr/>
          <p:nvPr userDrawn="1">
            <p:custDataLst>
              <p:tags r:id="rId2"/>
            </p:custDataLst>
          </p:nvPr>
        </p:nvGrpSpPr>
        <p:grpSpPr>
          <a:xfrm>
            <a:off x="0" y="0"/>
            <a:ext cx="12192000" cy="682332"/>
            <a:chOff x="0" y="0"/>
            <a:chExt cx="12192000" cy="682332"/>
          </a:xfrm>
        </p:grpSpPr>
        <p:pic>
          <p:nvPicPr>
            <p:cNvPr id="8" name="图片 7"/>
            <p:cNvPicPr/>
            <p:nvPr userDrawn="1">
              <p:custDataLst>
                <p:tags r:id="rId3"/>
              </p:custDataLst>
            </p:nvPr>
          </p:nvPicPr>
          <p:blipFill>
            <a:blip r:embed="rId4" r:link="rId5" cstate="email"/>
            <a:stretch>
              <a:fillRect/>
            </a:stretch>
          </p:blipFill>
          <p:spPr>
            <a:xfrm>
              <a:off x="0" y="0"/>
              <a:ext cx="720090" cy="611299"/>
            </a:xfrm>
            <a:prstGeom prst="rect">
              <a:avLst/>
            </a:prstGeom>
          </p:spPr>
        </p:pic>
        <p:pic>
          <p:nvPicPr>
            <p:cNvPr id="6" name="图片 5"/>
            <p:cNvPicPr/>
            <p:nvPr userDrawn="1">
              <p:custDataLst>
                <p:tags r:id="rId6"/>
              </p:custDataLst>
            </p:nvPr>
          </p:nvPicPr>
          <p:blipFill>
            <a:blip r:embed="rId7" r:link="rId8" cstate="email"/>
            <a:stretch>
              <a:fillRect/>
            </a:stretch>
          </p:blipFill>
          <p:spPr>
            <a:xfrm>
              <a:off x="11471910" y="0"/>
              <a:ext cx="720090" cy="682332"/>
            </a:xfrm>
            <a:prstGeom prst="rect">
              <a:avLst/>
            </a:prstGeom>
          </p:spPr>
        </p:pic>
      </p:gr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2"/>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cstate="email"/>
          <a:stretch>
            <a:fillRect/>
          </a:stretch>
        </p:blipFill>
        <p:spPr>
          <a:xfrm>
            <a:off x="0" y="0"/>
            <a:ext cx="12192000" cy="6858000"/>
          </a:xfrm>
          <a:prstGeom prst="rect">
            <a:avLst/>
          </a:prstGeom>
        </p:spPr>
      </p:pic>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12" name="文本占位符 8"/>
          <p:cNvSpPr>
            <a:spLocks noGrp="1"/>
          </p:cNvSpPr>
          <p:nvPr>
            <p:ph type="body" sz="quarter" idx="13" hasCustomPrompt="1"/>
            <p:custDataLst>
              <p:tags r:id="rId8"/>
            </p:custDataLst>
          </p:nvPr>
        </p:nvSpPr>
        <p:spPr>
          <a:xfrm>
            <a:off x="2772305" y="3896603"/>
            <a:ext cx="4824670" cy="410813"/>
          </a:xfrm>
        </p:spPr>
        <p:txBody>
          <a:bodyPr>
            <a:normAutofit/>
          </a:bodyPr>
          <a:lstStyle>
            <a:lvl1pPr marL="0" indent="0">
              <a:lnSpc>
                <a:spcPct val="100000"/>
              </a:lnSpc>
              <a:spcAft>
                <a:spcPts val="0"/>
              </a:spcAft>
              <a:buNone/>
              <a:defRPr sz="1800"/>
            </a:lvl1pPr>
          </a:lstStyle>
          <a:p>
            <a:pPr lvl="0"/>
            <a:r>
              <a:rPr lang="zh-CN" altLang="en-US" dirty="0"/>
              <a:t>单击此处编辑副标题</a:t>
            </a:r>
            <a:endParaRPr lang="zh-CN" altLang="en-US" dirty="0"/>
          </a:p>
        </p:txBody>
      </p:sp>
      <p:sp>
        <p:nvSpPr>
          <p:cNvPr id="13" name="标题 12"/>
          <p:cNvSpPr>
            <a:spLocks noGrp="1"/>
          </p:cNvSpPr>
          <p:nvPr>
            <p:ph type="title" hasCustomPrompt="1"/>
            <p:custDataLst>
              <p:tags r:id="rId9"/>
            </p:custDataLst>
          </p:nvPr>
        </p:nvSpPr>
        <p:spPr>
          <a:xfrm>
            <a:off x="2771610" y="2675467"/>
            <a:ext cx="4824670" cy="1083614"/>
          </a:xfrm>
        </p:spPr>
        <p:txBody>
          <a:bodyPr anchor="b">
            <a:noAutofit/>
          </a:bodyPr>
          <a:lstStyle>
            <a:lvl1pPr>
              <a:defRPr sz="5400">
                <a:latin typeface="汉仪旗黑-85S" panose="00020600040101010101" pitchFamily="18" charset="-122"/>
                <a:ea typeface="汉仪旗黑-85S" panose="00020600040101010101" pitchFamily="18" charset="-122"/>
              </a:defRPr>
            </a:lvl1pPr>
          </a:lstStyle>
          <a:p>
            <a:r>
              <a:rPr lang="zh-CN" altLang="en-US" dirty="0"/>
              <a:t>单击编辑标题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email"/>
          <a:stretch>
            <a:fillRect/>
          </a:stretch>
        </p:blipFill>
        <p:spPr>
          <a:xfrm>
            <a:off x="0" y="0"/>
            <a:ext cx="720090" cy="611505"/>
          </a:xfrm>
          <a:prstGeom prst="rect">
            <a:avLst/>
          </a:prstGeom>
        </p:spPr>
      </p:pic>
      <p:pic>
        <p:nvPicPr>
          <p:cNvPr id="6" name="图片 5"/>
          <p:cNvPicPr/>
          <p:nvPr userDrawn="1">
            <p:custDataLst>
              <p:tags r:id="rId5"/>
            </p:custDataLst>
          </p:nvPr>
        </p:nvPicPr>
        <p:blipFill>
          <a:blip r:embed="rId6" r:link="rId7" cstate="email"/>
          <a:stretch>
            <a:fillRect/>
          </a:stretch>
        </p:blipFill>
        <p:spPr>
          <a:xfrm>
            <a:off x="11471910" y="0"/>
            <a:ext cx="720090" cy="682625"/>
          </a:xfrm>
          <a:prstGeom prst="rect">
            <a:avLst/>
          </a:prstGeom>
        </p:spPr>
      </p:pic>
      <p:sp>
        <p:nvSpPr>
          <p:cNvPr id="2" name="标题 1"/>
          <p:cNvSpPr>
            <a:spLocks noGrp="1"/>
          </p:cNvSpPr>
          <p:nvPr>
            <p:ph type="title"/>
            <p:custDataLst>
              <p:tags r:id="rId8"/>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2075" y="303809"/>
            <a:ext cx="11607851" cy="6250382"/>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9" name="图片 8"/>
          <p:cNvPicPr/>
          <p:nvPr userDrawn="1">
            <p:custDataLst>
              <p:tags r:id="rId3"/>
            </p:custDataLst>
          </p:nvPr>
        </p:nvPicPr>
        <p:blipFill>
          <a:blip r:embed="rId4" r:link="rId5" cstate="email"/>
          <a:stretch>
            <a:fillRect/>
          </a:stretch>
        </p:blipFill>
        <p:spPr>
          <a:xfrm>
            <a:off x="0" y="0"/>
            <a:ext cx="720090" cy="611505"/>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682625"/>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4603" cy="6858000"/>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8" name="图片 7"/>
          <p:cNvPicPr/>
          <p:nvPr userDrawn="1">
            <p:custDataLst>
              <p:tags r:id="rId3"/>
            </p:custDataLst>
          </p:nvPr>
        </p:nvPicPr>
        <p:blipFill>
          <a:blip r:embed="rId4" r:link="rId5" cstate="email"/>
          <a:stretch>
            <a:fillRect/>
          </a:stretch>
        </p:blipFill>
        <p:spPr>
          <a:xfrm>
            <a:off x="11471910" y="0"/>
            <a:ext cx="720090" cy="611299"/>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2664333"/>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0" name="图片 9"/>
          <p:cNvPicPr/>
          <p:nvPr userDrawn="1">
            <p:custDataLst>
              <p:tags r:id="rId3"/>
            </p:custDataLst>
          </p:nvPr>
        </p:nvPicPr>
        <p:blipFill>
          <a:blip r:embed="rId4" r:link="rId5" cstate="email"/>
          <a:stretch>
            <a:fillRect/>
          </a:stretch>
        </p:blipFill>
        <p:spPr>
          <a:xfrm>
            <a:off x="0" y="0"/>
            <a:ext cx="720090" cy="611505"/>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682625"/>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92000" cy="1829029"/>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0" name="图片 9"/>
          <p:cNvPicPr/>
          <p:nvPr userDrawn="1">
            <p:custDataLst>
              <p:tags r:id="rId3"/>
            </p:custDataLst>
          </p:nvPr>
        </p:nvPicPr>
        <p:blipFill>
          <a:blip r:embed="rId4" r:link="rId5" cstate="email"/>
          <a:stretch>
            <a:fillRect/>
          </a:stretch>
        </p:blipFill>
        <p:spPr>
          <a:xfrm>
            <a:off x="0" y="0"/>
            <a:ext cx="720090" cy="611505"/>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682625"/>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914400"/>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12" name="图片 11"/>
          <p:cNvPicPr/>
          <p:nvPr userDrawn="1">
            <p:custDataLst>
              <p:tags r:id="rId3"/>
            </p:custDataLst>
          </p:nvPr>
        </p:nvPicPr>
        <p:blipFill>
          <a:blip r:embed="rId4" r:link="rId5" cstate="email"/>
          <a:stretch>
            <a:fillRect/>
          </a:stretch>
        </p:blipFill>
        <p:spPr>
          <a:xfrm>
            <a:off x="11471910" y="6246495"/>
            <a:ext cx="720090" cy="611505"/>
          </a:xfrm>
          <a:prstGeom prst="rect">
            <a:avLst/>
          </a:prstGeom>
        </p:spPr>
      </p:pic>
      <p:pic>
        <p:nvPicPr>
          <p:cNvPr id="10" name="图片 9"/>
          <p:cNvPicPr/>
          <p:nvPr userDrawn="1">
            <p:custDataLst>
              <p:tags r:id="rId6"/>
            </p:custDataLst>
          </p:nvPr>
        </p:nvPicPr>
        <p:blipFill>
          <a:blip r:embed="rId7" r:link="rId8" cstate="email"/>
          <a:stretch>
            <a:fillRect/>
          </a:stretch>
        </p:blipFill>
        <p:spPr>
          <a:xfrm>
            <a:off x="0" y="6175375"/>
            <a:ext cx="720090" cy="682625"/>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3691"/>
            <a:ext cx="12192000" cy="4950618"/>
          </a:xfrm>
          <a:prstGeom prst="rect">
            <a:avLst/>
          </a:prstGeom>
          <a:solidFill>
            <a:schemeClr val="tx2">
              <a:lumMod val="10000"/>
              <a:lumOff val="9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800"/>
          </a:p>
        </p:txBody>
      </p:sp>
      <p:pic>
        <p:nvPicPr>
          <p:cNvPr id="9" name="图片 8"/>
          <p:cNvPicPr/>
          <p:nvPr userDrawn="1">
            <p:custDataLst>
              <p:tags r:id="rId3"/>
            </p:custDataLst>
          </p:nvPr>
        </p:nvPicPr>
        <p:blipFill>
          <a:blip r:embed="rId4" r:link="rId5" cstate="email"/>
          <a:stretch>
            <a:fillRect/>
          </a:stretch>
        </p:blipFill>
        <p:spPr>
          <a:xfrm>
            <a:off x="10571480" y="5482590"/>
            <a:ext cx="1619885" cy="1375410"/>
          </a:xfrm>
          <a:prstGeom prst="rect">
            <a:avLst/>
          </a:prstGeom>
        </p:spPr>
      </p:pic>
      <p:pic>
        <p:nvPicPr>
          <p:cNvPr id="8" name="图片 7"/>
          <p:cNvPicPr/>
          <p:nvPr userDrawn="1">
            <p:custDataLst>
              <p:tags r:id="rId6"/>
            </p:custDataLst>
          </p:nvPr>
        </p:nvPicPr>
        <p:blipFill>
          <a:blip r:embed="rId7" r:link="rId8" cstate="email"/>
          <a:stretch>
            <a:fillRect/>
          </a:stretch>
        </p:blipFill>
        <p:spPr>
          <a:xfrm>
            <a:off x="0" y="5322570"/>
            <a:ext cx="1619885" cy="1535430"/>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tags" Target="../tags/tag145.xml"/><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tags" Target="../tags/tag140.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image" Target="../media/image8.png"/><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3" Type="http://schemas.openxmlformats.org/officeDocument/2006/relationships/notesSlide" Target="../notesSlides/notesSlide1.xml"/><Relationship Id="rId12" Type="http://schemas.openxmlformats.org/officeDocument/2006/relationships/slideLayout" Target="../slideLayouts/slideLayout12.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6.xml"/></Relationships>
</file>

<file path=ppt/slides/_rels/slide2.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3.png"/><Relationship Id="rId4" Type="http://schemas.openxmlformats.org/officeDocument/2006/relationships/tags" Target="../tags/tag157.xml"/><Relationship Id="rId36" Type="http://schemas.openxmlformats.org/officeDocument/2006/relationships/notesSlide" Target="../notesSlides/notesSlide2.xml"/><Relationship Id="rId35" Type="http://schemas.openxmlformats.org/officeDocument/2006/relationships/slideLayout" Target="../slideLayouts/slideLayout18.xml"/><Relationship Id="rId34" Type="http://schemas.openxmlformats.org/officeDocument/2006/relationships/tags" Target="../tags/tag179.xml"/><Relationship Id="rId33" Type="http://schemas.openxmlformats.org/officeDocument/2006/relationships/tags" Target="../tags/tag178.xml"/><Relationship Id="rId32" Type="http://schemas.openxmlformats.org/officeDocument/2006/relationships/tags" Target="../tags/tag177.xml"/><Relationship Id="rId31" Type="http://schemas.openxmlformats.org/officeDocument/2006/relationships/tags" Target="../tags/tag176.xml"/><Relationship Id="rId30" Type="http://schemas.openxmlformats.org/officeDocument/2006/relationships/tags" Target="../tags/tag175.xml"/><Relationship Id="rId3" Type="http://schemas.openxmlformats.org/officeDocument/2006/relationships/image" Target="file:///C:\Users\1V994W2\PycharmProjects\PPT_Background_Generation/pic_temp/0_pic_quater_left_up.png" TargetMode="External"/><Relationship Id="rId29" Type="http://schemas.openxmlformats.org/officeDocument/2006/relationships/tags" Target="../tags/tag174.xml"/><Relationship Id="rId28" Type="http://schemas.openxmlformats.org/officeDocument/2006/relationships/tags" Target="../tags/tag173.xml"/><Relationship Id="rId27" Type="http://schemas.openxmlformats.org/officeDocument/2006/relationships/tags" Target="../tags/tag172.xml"/><Relationship Id="rId26" Type="http://schemas.openxmlformats.org/officeDocument/2006/relationships/image" Target="../media/image14.svg"/><Relationship Id="rId25" Type="http://schemas.openxmlformats.org/officeDocument/2006/relationships/image" Target="../media/image13.png"/><Relationship Id="rId24" Type="http://schemas.openxmlformats.org/officeDocument/2006/relationships/tags" Target="../tags/tag17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image" Target="../media/image12.svg"/><Relationship Id="rId20" Type="http://schemas.openxmlformats.org/officeDocument/2006/relationships/image" Target="../media/image11.png"/><Relationship Id="rId2" Type="http://schemas.openxmlformats.org/officeDocument/2006/relationships/image" Target="../media/image2.png"/><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image" Target="../media/image10.svg"/><Relationship Id="rId14" Type="http://schemas.openxmlformats.org/officeDocument/2006/relationships/image" Target="../media/image9.png"/><Relationship Id="rId13" Type="http://schemas.openxmlformats.org/officeDocument/2006/relationships/tags" Target="../tags/tag164.xml"/><Relationship Id="rId12" Type="http://schemas.openxmlformats.org/officeDocument/2006/relationships/tags" Target="../tags/tag163.xml"/><Relationship Id="rId11" Type="http://schemas.openxmlformats.org/officeDocument/2006/relationships/tags" Target="../tags/tag162.xml"/><Relationship Id="rId10" Type="http://schemas.openxmlformats.org/officeDocument/2006/relationships/tags" Target="../tags/tag161.xml"/><Relationship Id="rId1" Type="http://schemas.openxmlformats.org/officeDocument/2006/relationships/tags" Target="../tags/tag156.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image" Target="../media/image8.png"/><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0" Type="http://schemas.openxmlformats.org/officeDocument/2006/relationships/notesSlide" Target="../notesSlides/notesSlide3.xml"/><Relationship Id="rId1" Type="http://schemas.openxmlformats.org/officeDocument/2006/relationships/tags" Target="../tags/tag180.xml"/></Relationships>
</file>

<file path=ppt/slides/_rels/slide4.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3.png"/><Relationship Id="rId4" Type="http://schemas.openxmlformats.org/officeDocument/2006/relationships/tags" Target="../tags/tag188.xml"/><Relationship Id="rId3" Type="http://schemas.openxmlformats.org/officeDocument/2006/relationships/image" Target="file:///C:\Users\1V994W2\PycharmProjects\PPT_Background_Generation/pic_temp/0_pic_quater_left_up.png" TargetMode="External"/><Relationship Id="rId22" Type="http://schemas.openxmlformats.org/officeDocument/2006/relationships/notesSlide" Target="../notesSlides/notesSlide4.xml"/><Relationship Id="rId21" Type="http://schemas.openxmlformats.org/officeDocument/2006/relationships/slideLayout" Target="../slideLayouts/slideLayout18.xml"/><Relationship Id="rId20" Type="http://schemas.openxmlformats.org/officeDocument/2006/relationships/tags" Target="../tags/tag200.xml"/><Relationship Id="rId2" Type="http://schemas.openxmlformats.org/officeDocument/2006/relationships/image" Target="../media/image2.png"/><Relationship Id="rId19" Type="http://schemas.openxmlformats.org/officeDocument/2006/relationships/tags" Target="../tags/tag199.xml"/><Relationship Id="rId18" Type="http://schemas.openxmlformats.org/officeDocument/2006/relationships/tags" Target="../tags/tag198.xml"/><Relationship Id="rId17" Type="http://schemas.openxmlformats.org/officeDocument/2006/relationships/image" Target="../media/image16.svg"/><Relationship Id="rId16" Type="http://schemas.openxmlformats.org/officeDocument/2006/relationships/image" Target="../media/image15.png"/><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7.xml"/></Relationships>
</file>

<file path=ppt/slides/_rels/slide5.xml.rels><?xml version="1.0" encoding="UTF-8" standalone="yes"?>
<Relationships xmlns="http://schemas.openxmlformats.org/package/2006/relationships"><Relationship Id="rId9" Type="http://schemas.openxmlformats.org/officeDocument/2006/relationships/tags" Target="../tags/tag205.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image" Target="file:///C:\Users\1V994W2\PycharmProjects\PPT_Background_Generation/pic_temp/1_pic_quater_right_up.png" TargetMode="External"/><Relationship Id="rId5" Type="http://schemas.openxmlformats.org/officeDocument/2006/relationships/image" Target="../media/image3.png"/><Relationship Id="rId4" Type="http://schemas.openxmlformats.org/officeDocument/2006/relationships/tags" Target="../tags/tag202.xml"/><Relationship Id="rId3" Type="http://schemas.openxmlformats.org/officeDocument/2006/relationships/image" Target="file:///C:\Users\1V994W2\PycharmProjects\PPT_Background_Generation/pic_temp/0_pic_quater_left_up.png" TargetMode="External"/><Relationship Id="rId20" Type="http://schemas.openxmlformats.org/officeDocument/2006/relationships/notesSlide" Target="../notesSlides/notesSlide5.xml"/><Relationship Id="rId2" Type="http://schemas.openxmlformats.org/officeDocument/2006/relationships/image" Target="../media/image2.png"/><Relationship Id="rId19" Type="http://schemas.openxmlformats.org/officeDocument/2006/relationships/slideLayout" Target="../slideLayouts/slideLayout18.xml"/><Relationship Id="rId18" Type="http://schemas.openxmlformats.org/officeDocument/2006/relationships/tags" Target="../tags/tag212.xml"/><Relationship Id="rId17" Type="http://schemas.openxmlformats.org/officeDocument/2006/relationships/tags" Target="../tags/tag211.xml"/><Relationship Id="rId16" Type="http://schemas.openxmlformats.org/officeDocument/2006/relationships/tags" Target="../tags/tag210.xml"/><Relationship Id="rId15" Type="http://schemas.openxmlformats.org/officeDocument/2006/relationships/image" Target="../media/image18.svg"/><Relationship Id="rId14" Type="http://schemas.openxmlformats.org/officeDocument/2006/relationships/image" Target="../media/image17.png"/><Relationship Id="rId13" Type="http://schemas.openxmlformats.org/officeDocument/2006/relationships/tags" Target="../tags/tag209.xml"/><Relationship Id="rId12" Type="http://schemas.openxmlformats.org/officeDocument/2006/relationships/tags" Target="../tags/tag208.xml"/><Relationship Id="rId11" Type="http://schemas.openxmlformats.org/officeDocument/2006/relationships/tags" Target="../tags/tag207.xml"/><Relationship Id="rId10" Type="http://schemas.openxmlformats.org/officeDocument/2006/relationships/tags" Target="../tags/tag206.xml"/><Relationship Id="rId1" Type="http://schemas.openxmlformats.org/officeDocument/2006/relationships/tags" Target="../tags/tag2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custDataLst>
              <p:tags r:id="rId1"/>
            </p:custDataLst>
          </p:nvPr>
        </p:nvSpPr>
        <p:spPr>
          <a:xfrm>
            <a:off x="8890000" y="-1524000"/>
            <a:ext cx="5080000" cy="5080000"/>
          </a:xfrm>
          <a:prstGeom prst="ellipse">
            <a:avLst/>
          </a:prstGeom>
          <a:solidFill>
            <a:srgbClr val="34D399">
              <a:alpha val="8000"/>
            </a:srgbClr>
          </a:solidFill>
          <a:ln cap="flat" cmpd="sng">
            <a:solidFill>
              <a:srgbClr val="1BB980">
                <a:alpha val="8000"/>
              </a:srgbClr>
            </a:solidFill>
            <a:prstDash val="solid"/>
            <a:round/>
          </a:ln>
        </p:spPr>
        <p:txBody>
          <a:bodyPr vert="horz" wrap="square" lIns="63500" tIns="63500" rIns="63500" bIns="63500" rtlCol="0" anchor="ctr"/>
          <a:p>
            <a:pPr algn="ctr">
              <a:defRPr/>
            </a:pPr>
          </a:p>
        </p:txBody>
      </p:sp>
      <p:sp>
        <p:nvSpPr>
          <p:cNvPr id="3" name="AutoShape 3"/>
          <p:cNvSpPr/>
          <p:nvPr>
            <p:custDataLst>
              <p:tags r:id="rId2"/>
            </p:custDataLst>
          </p:nvPr>
        </p:nvSpPr>
        <p:spPr>
          <a:xfrm>
            <a:off x="-1524000" y="4191000"/>
            <a:ext cx="4445000" cy="4445000"/>
          </a:xfrm>
          <a:prstGeom prst="ellipse">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p>
            <a:pPr algn="ctr">
              <a:defRPr/>
            </a:pPr>
          </a:p>
        </p:txBody>
      </p:sp>
      <p:sp>
        <p:nvSpPr>
          <p:cNvPr id="4" name="AutoShape 4"/>
          <p:cNvSpPr/>
          <p:nvPr>
            <p:custDataLst>
              <p:tags r:id="rId3"/>
            </p:custDataLst>
          </p:nvPr>
        </p:nvSpPr>
        <p:spPr>
          <a:xfrm rot="720000">
            <a:off x="-1016000" y="3403600"/>
            <a:ext cx="15240000" cy="38100"/>
          </a:xfrm>
          <a:prstGeom prst="roundRect">
            <a:avLst>
              <a:gd name="adj" fmla="val 0"/>
            </a:avLst>
          </a:prstGeom>
          <a:gradFill rotWithShape="1">
            <a:gsLst>
              <a:gs pos="0">
                <a:srgbClr val="34D399">
                  <a:alpha val="0"/>
                </a:srgbClr>
              </a:gs>
              <a:gs pos="50000">
                <a:srgbClr val="34D399">
                  <a:alpha val="25000"/>
                </a:srgbClr>
              </a:gs>
              <a:gs pos="100000">
                <a:srgbClr val="3B82F6">
                  <a:alpha val="0"/>
                </a:srgbClr>
              </a:gs>
            </a:gsLst>
            <a:lin ang="0"/>
          </a:gradFill>
          <a:ln cap="flat" cmpd="sng">
            <a:gradFill rotWithShape="1">
              <a:gsLst>
                <a:gs pos="0">
                  <a:srgbClr val="1BB980">
                    <a:alpha val="0"/>
                  </a:srgbClr>
                </a:gs>
                <a:gs pos="50000">
                  <a:srgbClr val="1BB980">
                    <a:alpha val="25000"/>
                  </a:srgbClr>
                </a:gs>
                <a:gs pos="100000">
                  <a:srgbClr val="1F67DD">
                    <a:alpha val="0"/>
                  </a:srgbClr>
                </a:gs>
              </a:gsLst>
              <a:lin ang="0"/>
            </a:gradFill>
            <a:prstDash val="solid"/>
            <a:round/>
          </a:ln>
        </p:spPr>
        <p:txBody>
          <a:bodyPr vert="horz" wrap="square" lIns="63500" tIns="63500" rIns="63500" bIns="63500" rtlCol="0" anchor="ctr"/>
          <a:p>
            <a:pPr algn="ctr">
              <a:defRPr/>
            </a:pPr>
          </a:p>
        </p:txBody>
      </p:sp>
      <p:pic>
        <p:nvPicPr>
          <p:cNvPr id="5" name="Picture 5"/>
          <p:cNvPicPr>
            <a:picLocks noChangeAspect="1"/>
          </p:cNvPicPr>
          <p:nvPr>
            <p:custDataLst>
              <p:tags r:id="rId4"/>
            </p:custDataLst>
          </p:nvPr>
        </p:nvPicPr>
        <p:blipFill>
          <a:blip r:embed="rId5"/>
          <a:srcRect l="8005" r="8005"/>
          <a:stretch>
            <a:fillRect/>
          </a:stretch>
        </p:blipFill>
        <p:spPr>
          <a:xfrm>
            <a:off x="-389200" y="963453"/>
            <a:ext cx="6866200" cy="5450047"/>
          </a:xfrm>
          <a:prstGeom prst="roundRect">
            <a:avLst>
              <a:gd name="adj" fmla="val 3728"/>
            </a:avLst>
          </a:prstGeom>
          <a:noFill/>
          <a:ln w="25400" cap="flat" cmpd="sng">
            <a:noFill/>
            <a:prstDash val="solid"/>
            <a:round/>
          </a:ln>
          <a:effectLst>
            <a:outerShdw blurRad="190500" dir="2700000" algn="tl" rotWithShape="0">
              <a:srgbClr val="34D399">
                <a:alpha val="45000"/>
              </a:srgbClr>
            </a:outerShdw>
          </a:effectLst>
        </p:spPr>
      </p:pic>
      <p:sp>
        <p:nvSpPr>
          <p:cNvPr id="6" name="AutoShape 6"/>
          <p:cNvSpPr/>
          <p:nvPr>
            <p:custDataLst>
              <p:tags r:id="rId6"/>
            </p:custDataLst>
          </p:nvPr>
        </p:nvSpPr>
        <p:spPr>
          <a:xfrm>
            <a:off x="-1137920" y="0"/>
            <a:ext cx="6471920" cy="825500"/>
          </a:xfrm>
          <a:prstGeom prst="rect">
            <a:avLst/>
          </a:prstGeom>
          <a:noFill/>
          <a:ln w="12700" cap="flat" cmpd="sng">
            <a:noFill/>
            <a:prstDash val="solid"/>
            <a:round/>
          </a:ln>
        </p:spPr>
        <p:txBody>
          <a:bodyPr vert="horz" wrap="square" lIns="0" tIns="0" rIns="0" bIns="0" rtlCol="0" anchor="ctr" anchorCtr="0"/>
          <a:p>
            <a:pPr marL="0" indent="0" algn="r">
              <a:lnSpc>
                <a:spcPct val="108000"/>
              </a:lnSpc>
              <a:defRPr/>
            </a:pPr>
            <a: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第九届全国大学生嵌入式芯片与系统设计竞赛</a:t>
            </a:r>
            <a:b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br>
            <a:r>
              <a:rPr lang="en-US" sz="1800" b="0" i="0" u="none" strike="noStrike">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芯片应用赛道</a:t>
            </a:r>
            <a:endParaRPr lang="en-US" sz="1100">
              <a:latin typeface="隶书" panose="02010509060101010101" charset="-122"/>
              <a:ea typeface="隶书" panose="02010509060101010101" charset="-122"/>
              <a:cs typeface="隶书" panose="02010509060101010101" charset="-122"/>
            </a:endParaRPr>
          </a:p>
        </p:txBody>
      </p:sp>
      <p:sp>
        <p:nvSpPr>
          <p:cNvPr id="7" name="AutoShape 7"/>
          <p:cNvSpPr/>
          <p:nvPr>
            <p:custDataLst>
              <p:tags r:id="rId7"/>
            </p:custDataLst>
          </p:nvPr>
        </p:nvSpPr>
        <p:spPr>
          <a:xfrm>
            <a:off x="3397885" y="2661920"/>
            <a:ext cx="6223000" cy="1079500"/>
          </a:xfrm>
          <a:prstGeom prst="rect">
            <a:avLst/>
          </a:prstGeom>
          <a:noFill/>
          <a:ln w="12700" cap="flat" cmpd="sng">
            <a:noFill/>
            <a:prstDash val="solid"/>
            <a:round/>
          </a:ln>
        </p:spPr>
        <p:txBody>
          <a:bodyPr vert="horz" wrap="square" lIns="0" tIns="0" rIns="0" bIns="0" rtlCol="0" anchor="ctr" anchorCtr="0"/>
          <a:p>
            <a:pPr marL="0" indent="0" algn="r">
              <a:lnSpc>
                <a:spcPct val="125000"/>
              </a:lnSpc>
              <a:defRPr/>
            </a:pPr>
            <a:r>
              <a:rPr lang="en-US" sz="4800" b="1" i="0" u="none" strike="noStrike" spc="200">
                <a:ln w="22225">
                  <a:solidFill>
                    <a:schemeClr val="accent2"/>
                  </a:solidFill>
                  <a:prstDash val="solid"/>
                </a:ln>
                <a:solidFill>
                  <a:schemeClr val="accent2">
                    <a:lumMod val="40000"/>
                    <a:lumOff val="60000"/>
                  </a:schemeClr>
                </a:solidFill>
                <a:effectLst/>
                <a:latin typeface="隶书" panose="02010509060101010101" charset="-122"/>
                <a:ea typeface="隶书" panose="02010509060101010101" charset="-122"/>
                <a:cs typeface="Noto Sans SC" panose="020B0500000000000000" charset="-122"/>
                <a:sym typeface="Noto Sans SC" panose="020B0500000000000000" charset="-122"/>
              </a:rPr>
              <a:t>芯农智巡</a:t>
            </a:r>
            <a:endParaRPr lang="en-US" sz="4800" b="1" i="0" u="none" strike="noStrike" spc="200">
              <a:ln w="22225">
                <a:solidFill>
                  <a:schemeClr val="accent2"/>
                </a:solidFill>
                <a:prstDash val="solid"/>
              </a:ln>
              <a:solidFill>
                <a:schemeClr val="accent2">
                  <a:lumMod val="40000"/>
                  <a:lumOff val="60000"/>
                </a:schemeClr>
              </a:solidFill>
              <a:effectLst/>
              <a:latin typeface="隶书" panose="02010509060101010101" charset="-122"/>
              <a:ea typeface="隶书" panose="02010509060101010101" charset="-122"/>
              <a:cs typeface="Noto Sans SC" panose="020B0500000000000000" charset="-122"/>
              <a:sym typeface="Noto Sans SC" panose="020B0500000000000000" charset="-122"/>
            </a:endParaRPr>
          </a:p>
        </p:txBody>
      </p:sp>
      <p:sp>
        <p:nvSpPr>
          <p:cNvPr id="8" name="AutoShape 8"/>
          <p:cNvSpPr/>
          <p:nvPr>
            <p:custDataLst>
              <p:tags r:id="rId8"/>
            </p:custDataLst>
          </p:nvPr>
        </p:nvSpPr>
        <p:spPr>
          <a:xfrm>
            <a:off x="5207000" y="4000500"/>
            <a:ext cx="6223000" cy="889000"/>
          </a:xfrm>
          <a:prstGeom prst="rect">
            <a:avLst/>
          </a:prstGeom>
          <a:noFill/>
          <a:ln w="12700" cap="flat" cmpd="sng">
            <a:noFill/>
            <a:prstDash val="solid"/>
            <a:round/>
          </a:ln>
          <a:effectLst/>
        </p:spPr>
        <p:txBody>
          <a:bodyPr vert="horz" wrap="square" lIns="0" tIns="0" rIns="0" bIns="0" rtlCol="0" anchor="ctr" anchorCtr="0"/>
          <a:p>
            <a:pPr marL="0" indent="0" algn="r">
              <a:lnSpc>
                <a:spcPct val="125000"/>
              </a:lnSpc>
              <a:defRPr/>
            </a:pPr>
            <a:r>
              <a:rPr lang="en-US" sz="2800" b="0" i="0" u="none" strike="noStrike">
                <a:solidFill>
                  <a:schemeClr val="tx1"/>
                </a:solidFill>
                <a:effectLst>
                  <a:outerShdw blurRad="50800" dist="38100" algn="l" rotWithShape="0">
                    <a:prstClr val="black">
                      <a:alpha val="40000"/>
                    </a:prstClr>
                  </a:outerShdw>
                  <a:reflection blurRad="101600" stA="55000" endA="300" endPos="52000" dir="5400000" sy="-100000" algn="bl" rotWithShape="0"/>
                </a:effectLst>
                <a:latin typeface="隶书" panose="02010509060101010101" charset="-122"/>
                <a:ea typeface="隶书" panose="02010509060101010101" charset="-122"/>
                <a:cs typeface="隶书" panose="02010509060101010101" charset="-122"/>
                <a:sym typeface="Noto Sans SC" panose="020B0500000000000000" charset="-122"/>
              </a:rPr>
              <a:t>基于RK3588的</a:t>
            </a:r>
            <a:r>
              <a:rPr lang="zh-CN" altLang="en-US" sz="2800" b="0" i="0" u="none" strike="noStrike">
                <a:solidFill>
                  <a:schemeClr val="tx1"/>
                </a:solidFill>
                <a:effectLst>
                  <a:outerShdw blurRad="50800" dist="38100" algn="l" rotWithShape="0">
                    <a:prstClr val="black">
                      <a:alpha val="40000"/>
                    </a:prstClr>
                  </a:outerShdw>
                  <a:reflection blurRad="101600" stA="55000" endA="300" endPos="52000" dir="5400000" sy="-100000" algn="bl" rotWithShape="0"/>
                </a:effectLst>
                <a:latin typeface="隶书" panose="02010509060101010101" charset="-122"/>
                <a:ea typeface="隶书" panose="02010509060101010101" charset="-122"/>
                <a:cs typeface="隶书" panose="02010509060101010101" charset="-122"/>
                <a:sym typeface="Noto Sans SC" panose="020B0500000000000000" charset="-122"/>
              </a:rPr>
              <a:t>智能</a:t>
            </a:r>
            <a:r>
              <a:rPr lang="en-US" sz="2800" b="0" i="0" u="none" strike="noStrike">
                <a:solidFill>
                  <a:schemeClr val="tx1"/>
                </a:solidFill>
                <a:effectLst>
                  <a:outerShdw blurRad="50800" dist="38100" algn="l" rotWithShape="0">
                    <a:prstClr val="black">
                      <a:alpha val="40000"/>
                    </a:prstClr>
                  </a:outerShdw>
                  <a:reflection blurRad="101600" stA="55000" endA="300" endPos="52000" dir="5400000" sy="-100000" algn="bl" rotWithShape="0"/>
                </a:effectLst>
                <a:latin typeface="隶书" panose="02010509060101010101" charset="-122"/>
                <a:ea typeface="隶书" panose="02010509060101010101" charset="-122"/>
                <a:cs typeface="隶书" panose="02010509060101010101" charset="-122"/>
                <a:sym typeface="Noto Sans SC" panose="020B0500000000000000" charset="-122"/>
              </a:rPr>
              <a:t>病虫害检测系统</a:t>
            </a:r>
            <a:endParaRPr lang="en-US" sz="2800" b="0" i="0" u="none" strike="noStrike">
              <a:solidFill>
                <a:schemeClr val="tx1"/>
              </a:solidFill>
              <a:effectLst>
                <a:outerShdw blurRad="50800" dist="38100" algn="l" rotWithShape="0">
                  <a:prstClr val="black">
                    <a:alpha val="40000"/>
                  </a:prstClr>
                </a:outerShdw>
                <a:reflection blurRad="101600" stA="55000" endA="300" endPos="52000" dir="5400000" sy="-100000" algn="bl" rotWithShape="0"/>
              </a:effectLst>
              <a:latin typeface="隶书" panose="02010509060101010101" charset="-122"/>
              <a:ea typeface="隶书" panose="02010509060101010101" charset="-122"/>
              <a:cs typeface="隶书" panose="02010509060101010101" charset="-122"/>
              <a:sym typeface="Noto Sans SC" panose="020B0500000000000000" charset="-122"/>
            </a:endParaRPr>
          </a:p>
        </p:txBody>
      </p:sp>
      <p:sp>
        <p:nvSpPr>
          <p:cNvPr id="9" name="AutoShape 9"/>
          <p:cNvSpPr/>
          <p:nvPr>
            <p:custDataLst>
              <p:tags r:id="rId9"/>
            </p:custDataLst>
          </p:nvPr>
        </p:nvSpPr>
        <p:spPr>
          <a:xfrm>
            <a:off x="5207000" y="5270500"/>
            <a:ext cx="6223000" cy="812800"/>
          </a:xfrm>
          <a:prstGeom prst="roundRect">
            <a:avLst>
              <a:gd name="adj" fmla="val 18750"/>
            </a:avLst>
          </a:prstGeom>
          <a:solidFill>
            <a:srgbClr val="34D399">
              <a:alpha val="8000"/>
            </a:srgbClr>
          </a:solidFill>
          <a:ln w="25400" cap="flat" cmpd="sng">
            <a:solidFill>
              <a:srgbClr val="34D399">
                <a:alpha val="100000"/>
              </a:srgbClr>
            </a:solidFill>
            <a:prstDash val="solid"/>
            <a:round/>
          </a:ln>
        </p:spPr>
        <p:txBody>
          <a:bodyPr vert="horz" wrap="square" lIns="63500" tIns="63500" rIns="63500" bIns="63500" rtlCol="0" anchor="ctr"/>
          <a:p>
            <a:pPr algn="ctr">
              <a:defRPr/>
            </a:pPr>
          </a:p>
        </p:txBody>
      </p:sp>
      <p:sp>
        <p:nvSpPr>
          <p:cNvPr id="10" name="AutoShape 10"/>
          <p:cNvSpPr/>
          <p:nvPr>
            <p:custDataLst>
              <p:tags r:id="rId10"/>
            </p:custDataLst>
          </p:nvPr>
        </p:nvSpPr>
        <p:spPr>
          <a:xfrm>
            <a:off x="5334000" y="5422900"/>
            <a:ext cx="5969000" cy="508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2000" b="0" i="0" u="none" strike="noStrike">
                <a:solidFill>
                  <a:schemeClr val="tx1"/>
                </a:solidFill>
                <a:latin typeface="隶书" panose="02010509060101010101" charset="-122"/>
                <a:ea typeface="隶书" panose="02010509060101010101" charset="-122"/>
                <a:cs typeface="Noto Sans SC" panose="020B0500000000000000" charset="-122"/>
                <a:sym typeface="Noto Sans SC" panose="020B0500000000000000" charset="-122"/>
              </a:rPr>
              <a:t>选题方向：边缘人工智能应用</a:t>
            </a:r>
            <a:endParaRPr lang="en-US" sz="2000" b="0" i="0" u="none" strike="noStrike">
              <a:solidFill>
                <a:schemeClr val="tx1"/>
              </a:solidFill>
              <a:latin typeface="隶书" panose="02010509060101010101" charset="-122"/>
              <a:ea typeface="隶书" panose="02010509060101010101" charset="-122"/>
              <a:cs typeface="Noto Sans SC" panose="020B0500000000000000" charset="-122"/>
              <a:sym typeface="Noto Sans SC" panose="020B0500000000000000" charset="-122"/>
            </a:endParaRPr>
          </a:p>
        </p:txBody>
      </p:sp>
    </p:spTree>
    <p:custDataLst>
      <p:tags r:id="rId11"/>
    </p:custDataLst>
  </p:cSld>
  <p:clrMapOvr>
    <a:masterClrMapping/>
  </p:clrMapOvr>
  <p:transition spd="med" advTm="5560">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6" name="图片 25"/>
          <p:cNvPicPr/>
          <p:nvPr userDrawn="1">
            <p:custDataLst>
              <p:tags r:id="rId1"/>
            </p:custDataLst>
          </p:nvPr>
        </p:nvPicPr>
        <p:blipFill>
          <a:blip r:embed="rId2" r:link="rId3" cstate="email"/>
          <a:stretch>
            <a:fillRect/>
          </a:stretch>
        </p:blipFill>
        <p:spPr>
          <a:xfrm>
            <a:off x="0" y="0"/>
            <a:ext cx="720090" cy="611505"/>
          </a:xfrm>
          <a:prstGeom prst="rect">
            <a:avLst/>
          </a:prstGeom>
        </p:spPr>
      </p:pic>
      <p:pic>
        <p:nvPicPr>
          <p:cNvPr id="25" name="图片 24"/>
          <p:cNvPicPr/>
          <p:nvPr userDrawn="1">
            <p:custDataLst>
              <p:tags r:id="rId4"/>
            </p:custDataLst>
          </p:nvPr>
        </p:nvPicPr>
        <p:blipFill>
          <a:blip r:embed="rId5" r:link="rId6" cstate="email"/>
          <a:stretch>
            <a:fillRect/>
          </a:stretch>
        </p:blipFill>
        <p:spPr>
          <a:xfrm>
            <a:off x="11471910" y="0"/>
            <a:ext cx="720090" cy="682625"/>
          </a:xfrm>
          <a:prstGeom prst="rect">
            <a:avLst/>
          </a:prstGeom>
        </p:spPr>
      </p:pic>
      <p:sp>
        <p:nvSpPr>
          <p:cNvPr id="2" name="AutoShape 2"/>
          <p:cNvSpPr/>
          <p:nvPr>
            <p:custDataLst>
              <p:tags r:id="rId7"/>
            </p:custDataLst>
          </p:nvPr>
        </p:nvSpPr>
        <p:spPr>
          <a:xfrm>
            <a:off x="-1270000" y="4445000"/>
            <a:ext cx="5080000" cy="5080000"/>
          </a:xfrm>
          <a:prstGeom prst="ellipse">
            <a:avLst/>
          </a:prstGeom>
          <a:solidFill>
            <a:schemeClr val="accent1">
              <a:alpha val="8000"/>
            </a:schemeClr>
          </a:solidFill>
          <a:ln cap="flat" cmpd="sng">
            <a:solidFill>
              <a:srgbClr val="1BB980">
                <a:alpha val="8000"/>
              </a:srgbClr>
            </a:solid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3" name="AutoShape 3"/>
          <p:cNvSpPr/>
          <p:nvPr>
            <p:custDataLst>
              <p:tags r:id="rId8"/>
            </p:custDataLst>
          </p:nvPr>
        </p:nvSpPr>
        <p:spPr>
          <a:xfrm>
            <a:off x="8890000" y="-1905000"/>
            <a:ext cx="6350000" cy="6350000"/>
          </a:xfrm>
          <a:prstGeom prst="ellipse">
            <a:avLst/>
          </a:prstGeom>
          <a:solidFill>
            <a:schemeClr val="accent5">
              <a:alpha val="8000"/>
            </a:schemeClr>
          </a:solidFill>
          <a:ln cap="flat" cmpd="sng">
            <a:solidFill>
              <a:srgbClr val="1F67DD">
                <a:alpha val="8000"/>
              </a:srgbClr>
            </a:solid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cxnSp>
        <p:nvCxnSpPr>
          <p:cNvPr id="4" name="Connector 4"/>
          <p:cNvCxnSpPr/>
          <p:nvPr>
            <p:custDataLst>
              <p:tags r:id="rId9"/>
            </p:custDataLst>
          </p:nvPr>
        </p:nvCxnSpPr>
        <p:spPr>
          <a:xfrm rot="-1360497">
            <a:off x="-507997" y="3803649"/>
            <a:ext cx="13208000" cy="12700"/>
          </a:xfrm>
          <a:prstGeom prst="straightConnector1">
            <a:avLst/>
          </a:prstGeom>
          <a:solidFill>
            <a:schemeClr val="accent4">
              <a:alpha val="100000"/>
            </a:schemeClr>
          </a:solidFill>
          <a:ln w="12700" cap="flat" cmpd="sng">
            <a:solidFill>
              <a:srgbClr val="FFFFFF">
                <a:alpha val="5000"/>
              </a:srgbClr>
            </a:solidFill>
            <a:prstDash val="solid"/>
            <a:round/>
            <a:headEnd type="none" w="med" len="med"/>
            <a:tailEnd type="none" w="med" len="med"/>
          </a:ln>
        </p:spPr>
      </p:cxnSp>
      <p:cxnSp>
        <p:nvCxnSpPr>
          <p:cNvPr id="5" name="Connector 5"/>
          <p:cNvCxnSpPr/>
          <p:nvPr>
            <p:custDataLst>
              <p:tags r:id="rId10"/>
            </p:custDataLst>
          </p:nvPr>
        </p:nvCxnSpPr>
        <p:spPr>
          <a:xfrm rot="-1360497">
            <a:off x="-507997" y="2787649"/>
            <a:ext cx="13208000" cy="12700"/>
          </a:xfrm>
          <a:prstGeom prst="straightConnector1">
            <a:avLst/>
          </a:prstGeom>
          <a:solidFill>
            <a:schemeClr val="accent4">
              <a:alpha val="100000"/>
            </a:schemeClr>
          </a:solidFill>
          <a:ln w="12700" cap="flat" cmpd="sng">
            <a:solidFill>
              <a:srgbClr val="FFFFFF">
                <a:alpha val="3000"/>
              </a:srgbClr>
            </a:solidFill>
            <a:prstDash val="solid"/>
            <a:round/>
            <a:headEnd type="none" w="med" len="med"/>
            <a:tailEnd type="none" w="med" len="med"/>
          </a:ln>
        </p:spPr>
      </p:cxnSp>
      <p:sp>
        <p:nvSpPr>
          <p:cNvPr id="6" name="AutoShape 6"/>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rPr>
              <a:t>作品背景</a:t>
            </a:r>
            <a:endPar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endParaRPr>
          </a:p>
        </p:txBody>
      </p:sp>
      <p:sp>
        <p:nvSpPr>
          <p:cNvPr id="7" name="AutoShape 7"/>
          <p:cNvSpPr/>
          <p:nvPr>
            <p:custDataLst>
              <p:tags r:id="rId11"/>
            </p:custDataLst>
          </p:nvPr>
        </p:nvSpPr>
        <p:spPr>
          <a:xfrm>
            <a:off x="762000" y="1905000"/>
            <a:ext cx="3302000" cy="3937000"/>
          </a:xfrm>
          <a:prstGeom prst="roundRect">
            <a:avLst>
              <a:gd name="adj" fmla="val 4615"/>
            </a:avLst>
          </a:prstGeom>
          <a:solidFill>
            <a:schemeClr val="accent3">
              <a:alpha val="40000"/>
            </a:schemeClr>
          </a:solidFill>
          <a:ln w="12700" cap="flat" cmpd="sng">
            <a:solidFill>
              <a:schemeClr val="accent1">
                <a:alpha val="50000"/>
              </a:schemeClr>
            </a:solidFill>
            <a:prstDash val="solid"/>
            <a:round/>
          </a:ln>
          <a:effectLst>
            <a:outerShdw blurRad="190500" dir="2700000" algn="tl" rotWithShape="0">
              <a:srgbClr val="34D399">
                <a:alpha val="15000"/>
              </a:srgb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8" name="AutoShape 8"/>
          <p:cNvSpPr/>
          <p:nvPr>
            <p:custDataLst>
              <p:tags r:id="rId12"/>
            </p:custDataLst>
          </p:nvPr>
        </p:nvSpPr>
        <p:spPr>
          <a:xfrm>
            <a:off x="762000" y="1905000"/>
            <a:ext cx="3302000" cy="889000"/>
          </a:xfrm>
          <a:prstGeom prst="roundRect">
            <a:avLst>
              <a:gd name="adj" fmla="val 17142"/>
            </a:avLst>
          </a:prstGeom>
          <a:solidFill>
            <a:schemeClr val="accent1"/>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9" name="AutoShape 9"/>
          <p:cNvSpPr/>
          <p:nvPr/>
        </p:nvSpPr>
        <p:spPr>
          <a:xfrm>
            <a:off x="762000" y="1905000"/>
            <a:ext cx="330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rPr>
              <a:t>01 病害检测痛点</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pic>
        <p:nvPicPr>
          <p:cNvPr id="10" name="Picture 10"/>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3048000"/>
            <a:ext cx="406400" cy="406400"/>
          </a:xfrm>
          <a:prstGeom prst="rect">
            <a:avLst/>
          </a:prstGeom>
        </p:spPr>
      </p:pic>
      <p:sp>
        <p:nvSpPr>
          <p:cNvPr id="11" name="AutoShape 11"/>
          <p:cNvSpPr/>
          <p:nvPr>
            <p:custDataLst>
              <p:tags r:id="rId16"/>
            </p:custDataLst>
          </p:nvPr>
        </p:nvSpPr>
        <p:spPr>
          <a:xfrm>
            <a:off x="952500" y="3237230"/>
            <a:ext cx="2857500" cy="2222500"/>
          </a:xfrm>
          <a:prstGeom prst="rect">
            <a:avLst/>
          </a:prstGeom>
          <a:noFill/>
          <a:ln w="12700" cap="flat" cmpd="sng">
            <a:noFill/>
            <a:prstDash val="solid"/>
            <a:round/>
          </a:ln>
        </p:spPr>
        <p:txBody>
          <a:bodyPr vert="horz" wrap="square" lIns="0" tIns="0" rIns="0" bIns="0" rtlCol="0" anchor="ctr" anchorCtr="0"/>
          <a:lstStyle/>
          <a:p>
            <a:pPr algn="l">
              <a:spcAft>
                <a:spcPts val="0"/>
              </a:spcAft>
            </a:pPr>
            <a:r>
              <a:rPr lang="en-US" sz="1400">
                <a:solidFill>
                  <a:schemeClr val="dk1"/>
                </a:solidFill>
                <a:latin typeface="微软雅黑" panose="020B0503020204020204" charset="-122"/>
                <a:ea typeface="微软雅黑" panose="020B0503020204020204" charset="-122"/>
                <a:cs typeface="微软雅黑" panose="020B0503020204020204" charset="-122"/>
                <a:sym typeface="+mn-ea"/>
              </a:rPr>
              <a:t>• </a:t>
            </a:r>
            <a:r>
              <a:rPr lang="en-US" sz="1400">
                <a:solidFill>
                  <a:srgbClr val="FF0000"/>
                </a:solidFill>
                <a:latin typeface="微软雅黑" panose="020B0503020204020204" charset="-122"/>
                <a:ea typeface="微软雅黑" panose="020B0503020204020204" charset="-122"/>
                <a:cs typeface="微软雅黑" panose="020B0503020204020204" charset="-122"/>
                <a:sym typeface="+mn-ea"/>
              </a:rPr>
              <a:t>人工巡检强度大</a:t>
            </a:r>
            <a:r>
              <a:rPr lang="en-US" sz="1400">
                <a:solidFill>
                  <a:schemeClr val="dk1"/>
                </a:solidFill>
                <a:latin typeface="微软雅黑" panose="020B0503020204020204" charset="-122"/>
                <a:ea typeface="微软雅黑" panose="020B0503020204020204" charset="-122"/>
                <a:cs typeface="微软雅黑" panose="020B0503020204020204" charset="-122"/>
                <a:sym typeface="+mn-ea"/>
              </a:rPr>
              <a:t>、效率低，难以覆盖大面积地块。</a:t>
            </a:r>
            <a:endParaRPr lang="en-US" sz="1400">
              <a:solidFill>
                <a:schemeClr val="dk1"/>
              </a:solidFill>
              <a:latin typeface="微软雅黑" panose="020B0503020204020204" charset="-122"/>
              <a:ea typeface="微软雅黑" panose="020B0503020204020204" charset="-122"/>
              <a:cs typeface="微软雅黑" panose="020B0503020204020204" charset="-122"/>
            </a:endParaRPr>
          </a:p>
          <a:p>
            <a:pPr algn="l">
              <a:spcAft>
                <a:spcPts val="0"/>
              </a:spcAft>
            </a:pPr>
            <a:r>
              <a:rPr lang="en-US" sz="1400">
                <a:solidFill>
                  <a:schemeClr val="dk1"/>
                </a:solidFill>
                <a:latin typeface="微软雅黑" panose="020B0503020204020204" charset="-122"/>
                <a:ea typeface="微软雅黑" panose="020B0503020204020204" charset="-122"/>
                <a:cs typeface="微软雅黑" panose="020B0503020204020204" charset="-122"/>
                <a:sym typeface="+mn-ea"/>
              </a:rPr>
              <a:t>• </a:t>
            </a:r>
            <a:r>
              <a:rPr lang="en-US" sz="1400">
                <a:solidFill>
                  <a:srgbClr val="FF0000"/>
                </a:solidFill>
                <a:latin typeface="微软雅黑" panose="020B0503020204020204" charset="-122"/>
                <a:ea typeface="微软雅黑" panose="020B0503020204020204" charset="-122"/>
                <a:cs typeface="微软雅黑" panose="020B0503020204020204" charset="-122"/>
                <a:sym typeface="+mn-ea"/>
              </a:rPr>
              <a:t>病虫害早期特征细微</a:t>
            </a:r>
            <a:r>
              <a:rPr lang="en-US" sz="1400">
                <a:solidFill>
                  <a:schemeClr val="dk1"/>
                </a:solidFill>
                <a:latin typeface="微软雅黑" panose="020B0503020204020204" charset="-122"/>
                <a:ea typeface="微软雅黑" panose="020B0503020204020204" charset="-122"/>
                <a:cs typeface="微软雅黑" panose="020B0503020204020204" charset="-122"/>
                <a:sym typeface="+mn-ea"/>
              </a:rPr>
              <a:t>，发现滞后容易扩散。</a:t>
            </a:r>
            <a:r>
              <a:rPr lang="zh-CN" altLang="en-US" sz="140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sz="140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12" name="AutoShape 12"/>
          <p:cNvSpPr/>
          <p:nvPr>
            <p:custDataLst>
              <p:tags r:id="rId17"/>
            </p:custDataLst>
          </p:nvPr>
        </p:nvSpPr>
        <p:spPr>
          <a:xfrm>
            <a:off x="4445000" y="1905000"/>
            <a:ext cx="3302000" cy="3937000"/>
          </a:xfrm>
          <a:prstGeom prst="roundRect">
            <a:avLst>
              <a:gd name="adj" fmla="val 4615"/>
            </a:avLst>
          </a:prstGeom>
          <a:solidFill>
            <a:schemeClr val="accent3">
              <a:alpha val="40000"/>
            </a:schemeClr>
          </a:solidFill>
          <a:ln w="12700" cap="flat" cmpd="sng">
            <a:solidFill>
              <a:schemeClr val="accent1">
                <a:alpha val="50000"/>
              </a:schemeClr>
            </a:solidFill>
            <a:prstDash val="solid"/>
            <a:round/>
          </a:ln>
          <a:effectLst>
            <a:outerShdw blurRad="190500" dir="2700000" algn="tl" rotWithShape="0">
              <a:srgbClr val="34D399">
                <a:alpha val="15000"/>
              </a:srgb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13" name="AutoShape 13"/>
          <p:cNvSpPr/>
          <p:nvPr>
            <p:custDataLst>
              <p:tags r:id="rId18"/>
            </p:custDataLst>
          </p:nvPr>
        </p:nvSpPr>
        <p:spPr>
          <a:xfrm>
            <a:off x="4445000" y="1905000"/>
            <a:ext cx="3302000" cy="889000"/>
          </a:xfrm>
          <a:prstGeom prst="roundRect">
            <a:avLst>
              <a:gd name="adj" fmla="val 17142"/>
            </a:avLst>
          </a:prstGeom>
          <a:solidFill>
            <a:schemeClr val="accent1">
              <a:alpha val="100000"/>
            </a:schemeClr>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14" name="AutoShape 14"/>
          <p:cNvSpPr/>
          <p:nvPr/>
        </p:nvSpPr>
        <p:spPr>
          <a:xfrm>
            <a:off x="4445000" y="1905000"/>
            <a:ext cx="330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rPr>
              <a:t>02 系统设计可行性</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pic>
        <p:nvPicPr>
          <p:cNvPr id="15" name="Picture 15"/>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635500" y="3048000"/>
            <a:ext cx="406400" cy="406400"/>
          </a:xfrm>
          <a:prstGeom prst="rect">
            <a:avLst/>
          </a:prstGeom>
        </p:spPr>
      </p:pic>
      <p:sp>
        <p:nvSpPr>
          <p:cNvPr id="16" name="AutoShape 16"/>
          <p:cNvSpPr/>
          <p:nvPr/>
        </p:nvSpPr>
        <p:spPr>
          <a:xfrm>
            <a:off x="4635500" y="3251200"/>
            <a:ext cx="2857500" cy="2222500"/>
          </a:xfrm>
          <a:prstGeom prst="rect">
            <a:avLst/>
          </a:prstGeom>
          <a:noFill/>
          <a:ln w="12700" cap="flat" cmpd="sng">
            <a:noFill/>
            <a:prstDash val="solid"/>
            <a:round/>
          </a:ln>
        </p:spPr>
        <p:txBody>
          <a:bodyPr vert="horz" wrap="square" lIns="0" tIns="0" rIns="0" bIns="0" rtlCol="0" anchor="ctr" anchorCtr="0"/>
          <a:lstStyle/>
          <a:p>
            <a:pPr algn="l">
              <a:spcAft>
                <a:spcPts val="0"/>
              </a:spcAft>
              <a:buSzTx/>
              <a:buNone/>
            </a:pP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RK3588 </a:t>
            </a:r>
            <a:r>
              <a:rPr lang="en-US" sz="1400">
                <a:solidFill>
                  <a:srgbClr val="FF0000">
                    <a:alpha val="85000"/>
                  </a:srgbClr>
                </a:solidFill>
                <a:latin typeface="微软雅黑" panose="020B0503020204020204" charset="-122"/>
                <a:ea typeface="微软雅黑" panose="020B0503020204020204" charset="-122"/>
                <a:cs typeface="微软雅黑" panose="020B0503020204020204" charset="-122"/>
                <a:sym typeface="+mn-ea"/>
              </a:rPr>
              <a:t>提供边缘算力支撑</a:t>
            </a: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ROS、Web、YOLO 与多模态推理。</a:t>
            </a:r>
            <a:endPar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endParaRPr>
          </a:p>
          <a:p>
            <a:pPr algn="l">
              <a:spcAft>
                <a:spcPts val="0"/>
              </a:spcAft>
              <a:buSzTx/>
              <a:buNone/>
            </a:pP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ROS</a:t>
            </a:r>
            <a:r>
              <a:rPr lang="zh-CN" alt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可</a:t>
            </a: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成田间点位与路线巡检。</a:t>
            </a:r>
            <a:endPar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endParaRPr>
          </a:p>
          <a:p>
            <a:pPr algn="l">
              <a:spcAft>
                <a:spcPts val="0"/>
              </a:spcAft>
              <a:buSzTx/>
              <a:buNone/>
            </a:pP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YOLO 识别疑似病虫害，</a:t>
            </a:r>
            <a:r>
              <a:rPr lang="zh-CN" alt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多模态</a:t>
            </a: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模型进一步分析图片结果。</a:t>
            </a:r>
            <a:endPar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7" name="AutoShape 17"/>
          <p:cNvSpPr/>
          <p:nvPr>
            <p:custDataLst>
              <p:tags r:id="rId22"/>
            </p:custDataLst>
          </p:nvPr>
        </p:nvSpPr>
        <p:spPr>
          <a:xfrm>
            <a:off x="8128000" y="1905000"/>
            <a:ext cx="3302000" cy="3937000"/>
          </a:xfrm>
          <a:prstGeom prst="roundRect">
            <a:avLst>
              <a:gd name="adj" fmla="val 4615"/>
            </a:avLst>
          </a:prstGeom>
          <a:solidFill>
            <a:schemeClr val="accent3">
              <a:alpha val="40000"/>
            </a:schemeClr>
          </a:solidFill>
          <a:ln w="12700" cap="flat" cmpd="sng">
            <a:solidFill>
              <a:schemeClr val="accent1">
                <a:alpha val="50000"/>
              </a:schemeClr>
            </a:solidFill>
            <a:prstDash val="solid"/>
            <a:round/>
          </a:ln>
          <a:effectLst>
            <a:outerShdw blurRad="190500" dir="2700000" algn="tl" rotWithShape="0">
              <a:srgbClr val="34D399">
                <a:alpha val="15000"/>
              </a:srgb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18" name="AutoShape 18"/>
          <p:cNvSpPr/>
          <p:nvPr>
            <p:custDataLst>
              <p:tags r:id="rId23"/>
            </p:custDataLst>
          </p:nvPr>
        </p:nvSpPr>
        <p:spPr>
          <a:xfrm>
            <a:off x="8128000" y="1905000"/>
            <a:ext cx="3302000" cy="889000"/>
          </a:xfrm>
          <a:prstGeom prst="roundRect">
            <a:avLst>
              <a:gd name="adj" fmla="val 17142"/>
            </a:avLst>
          </a:prstGeom>
          <a:solidFill>
            <a:schemeClr val="accent1">
              <a:alpha val="100000"/>
            </a:schemeClr>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lstStyle/>
          <a:p>
            <a:pPr algn="ctr"/>
            <a:endParaRPr sz="1400">
              <a:solidFill>
                <a:schemeClr val="dk1"/>
              </a:solidFill>
              <a:latin typeface="微软雅黑" panose="020B0503020204020204" charset="-122"/>
              <a:ea typeface="微软雅黑" panose="020B0503020204020204" charset="-122"/>
            </a:endParaRPr>
          </a:p>
        </p:txBody>
      </p:sp>
      <p:sp>
        <p:nvSpPr>
          <p:cNvPr id="19" name="AutoShape 19"/>
          <p:cNvSpPr/>
          <p:nvPr/>
        </p:nvSpPr>
        <p:spPr>
          <a:xfrm>
            <a:off x="8128000" y="1905000"/>
            <a:ext cx="330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rPr>
              <a:t>03 智能化趋势</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pic>
        <p:nvPicPr>
          <p:cNvPr id="20" name="Picture 20"/>
          <p:cNvPicPr>
            <a:picLocks noChangeAspect="1"/>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318500" y="3048000"/>
            <a:ext cx="406400" cy="406400"/>
          </a:xfrm>
          <a:prstGeom prst="rect">
            <a:avLst/>
          </a:prstGeom>
        </p:spPr>
      </p:pic>
      <p:sp>
        <p:nvSpPr>
          <p:cNvPr id="21" name="AutoShape 21"/>
          <p:cNvSpPr/>
          <p:nvPr/>
        </p:nvSpPr>
        <p:spPr>
          <a:xfrm>
            <a:off x="8382000" y="3225165"/>
            <a:ext cx="2857500" cy="2222500"/>
          </a:xfrm>
          <a:prstGeom prst="rect">
            <a:avLst/>
          </a:prstGeom>
          <a:noFill/>
          <a:ln w="12700" cap="flat" cmpd="sng">
            <a:noFill/>
            <a:prstDash val="solid"/>
            <a:round/>
          </a:ln>
        </p:spPr>
        <p:txBody>
          <a:bodyPr vert="horz" wrap="square" lIns="0" tIns="0" rIns="0" bIns="0" rtlCol="0" anchor="ctr" anchorCtr="0"/>
          <a:lstStyle/>
          <a:p>
            <a:pPr algn="l">
              <a:spcAft>
                <a:spcPts val="0"/>
              </a:spcAft>
              <a:buSzTx/>
              <a:buNone/>
            </a:pP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农业生产正向自动化、智能化和精细化管理升级。</a:t>
            </a:r>
            <a:endPar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endParaRPr>
          </a:p>
          <a:p>
            <a:pPr algn="l">
              <a:spcAft>
                <a:spcPts val="0"/>
              </a:spcAft>
              <a:buSzTx/>
              <a:buNone/>
            </a:pPr>
            <a:r>
              <a:rPr lang="en-US" sz="1400">
                <a:solidFill>
                  <a:srgbClr val="000000">
                    <a:alpha val="85000"/>
                  </a:srgbClr>
                </a:solidFill>
                <a:latin typeface="微软雅黑" panose="020B0503020204020204" charset="-122"/>
                <a:ea typeface="微软雅黑" panose="020B0503020204020204" charset="-122"/>
                <a:cs typeface="微软雅黑" panose="020B0503020204020204" charset="-122"/>
                <a:sym typeface="+mn-ea"/>
              </a:rPr>
              <a:t>• 2026年2月3日，</a:t>
            </a:r>
            <a:r>
              <a:rPr lang="en-US" sz="1400">
                <a:solidFill>
                  <a:srgbClr val="FF0000">
                    <a:alpha val="85000"/>
                  </a:srgbClr>
                </a:solidFill>
                <a:latin typeface="微软雅黑" panose="020B0503020204020204" charset="-122"/>
                <a:ea typeface="微软雅黑" panose="020B0503020204020204" charset="-122"/>
                <a:cs typeface="微软雅黑" panose="020B0503020204020204" charset="-122"/>
                <a:sym typeface="+mn-ea"/>
              </a:rPr>
              <a:t>《中共中央国务院关于锚定农业农村现代化扎实推进乡村全面振兴的意见》</a:t>
            </a:r>
            <a:endParaRPr lang="en-US" sz="1400">
              <a:solidFill>
                <a:srgbClr val="FF0000">
                  <a:alpha val="8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2" name="下箭头 21"/>
          <p:cNvSpPr/>
          <p:nvPr>
            <p:custDataLst>
              <p:tags r:id="rId27"/>
            </p:custDataLst>
          </p:nvPr>
        </p:nvSpPr>
        <p:spPr>
          <a:xfrm>
            <a:off x="1993265" y="2921000"/>
            <a:ext cx="622300" cy="1778635"/>
          </a:xfrm>
          <a:prstGeom prst="downArrow">
            <a:avLst/>
          </a:prstGeom>
          <a:solidFill>
            <a:schemeClr val="bg1">
              <a:lumMod val="85000"/>
            </a:schemeClr>
          </a:solidFill>
          <a:ln>
            <a:solidFill>
              <a:schemeClr val="accent1">
                <a:lumMod val="75000"/>
              </a:schemeClr>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sz="1400">
              <a:solidFill>
                <a:schemeClr val="dk1"/>
              </a:solidFill>
              <a:latin typeface="微软雅黑" panose="020B0503020204020204" charset="-122"/>
              <a:ea typeface="微软雅黑" panose="020B0503020204020204" charset="-122"/>
            </a:endParaRPr>
          </a:p>
        </p:txBody>
      </p:sp>
      <p:sp>
        <p:nvSpPr>
          <p:cNvPr id="23" name="下箭头 22"/>
          <p:cNvSpPr/>
          <p:nvPr>
            <p:custDataLst>
              <p:tags r:id="rId28"/>
            </p:custDataLst>
          </p:nvPr>
        </p:nvSpPr>
        <p:spPr>
          <a:xfrm>
            <a:off x="5867400" y="2921000"/>
            <a:ext cx="622300" cy="1778635"/>
          </a:xfrm>
          <a:prstGeom prst="downArrow">
            <a:avLst/>
          </a:prstGeom>
          <a:solidFill>
            <a:schemeClr val="bg1">
              <a:lumMod val="85000"/>
            </a:schemeClr>
          </a:solidFill>
          <a:ln>
            <a:solidFill>
              <a:schemeClr val="accent1">
                <a:lumMod val="75000"/>
              </a:schemeClr>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sz="1400">
              <a:solidFill>
                <a:schemeClr val="dk1"/>
              </a:solidFill>
              <a:latin typeface="微软雅黑" panose="020B0503020204020204" charset="-122"/>
              <a:ea typeface="微软雅黑" panose="020B0503020204020204" charset="-122"/>
            </a:endParaRPr>
          </a:p>
        </p:txBody>
      </p:sp>
      <p:sp>
        <p:nvSpPr>
          <p:cNvPr id="24" name="下箭头 23"/>
          <p:cNvSpPr/>
          <p:nvPr>
            <p:custDataLst>
              <p:tags r:id="rId29"/>
            </p:custDataLst>
          </p:nvPr>
        </p:nvSpPr>
        <p:spPr>
          <a:xfrm>
            <a:off x="9467850" y="2921000"/>
            <a:ext cx="622300" cy="1778635"/>
          </a:xfrm>
          <a:prstGeom prst="downArrow">
            <a:avLst/>
          </a:prstGeom>
          <a:solidFill>
            <a:schemeClr val="bg1">
              <a:lumMod val="85000"/>
            </a:schemeClr>
          </a:solidFill>
          <a:ln>
            <a:solidFill>
              <a:schemeClr val="accent1">
                <a:lumMod val="75000"/>
              </a:schemeClr>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sz="1400">
              <a:solidFill>
                <a:schemeClr val="dk1"/>
              </a:solidFill>
              <a:latin typeface="微软雅黑" panose="020B0503020204020204" charset="-122"/>
              <a:ea typeface="微软雅黑" panose="020B0503020204020204" charset="-122"/>
            </a:endParaRPr>
          </a:p>
        </p:txBody>
      </p:sp>
      <p:sp>
        <p:nvSpPr>
          <p:cNvPr id="29" name="AutoShape 8"/>
          <p:cNvSpPr/>
          <p:nvPr>
            <p:custDataLst>
              <p:tags r:id="rId30"/>
            </p:custDataLst>
          </p:nvPr>
        </p:nvSpPr>
        <p:spPr>
          <a:xfrm>
            <a:off x="762000" y="4953000"/>
            <a:ext cx="3302000" cy="889000"/>
          </a:xfrm>
          <a:prstGeom prst="roundRect">
            <a:avLst>
              <a:gd name="adj" fmla="val 17142"/>
            </a:avLst>
          </a:prstGeom>
          <a:solidFill>
            <a:schemeClr val="bg1"/>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lstStyle/>
          <a:p>
            <a:pPr algn="ctr">
              <a:lnSpc>
                <a:spcPct val="125000"/>
              </a:lnSpc>
              <a:buSzTx/>
            </a:pPr>
            <a:r>
              <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rPr>
              <a:t>设计智能巡</a:t>
            </a:r>
            <a:r>
              <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rPr>
              <a:t>检系统环境</a:t>
            </a:r>
            <a:endPar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endParaRPr>
          </a:p>
        </p:txBody>
      </p:sp>
      <p:sp>
        <p:nvSpPr>
          <p:cNvPr id="30" name="AutoShape 8"/>
          <p:cNvSpPr/>
          <p:nvPr>
            <p:custDataLst>
              <p:tags r:id="rId31"/>
            </p:custDataLst>
          </p:nvPr>
        </p:nvSpPr>
        <p:spPr>
          <a:xfrm>
            <a:off x="4445000" y="4953000"/>
            <a:ext cx="3302000" cy="889000"/>
          </a:xfrm>
          <a:prstGeom prst="roundRect">
            <a:avLst>
              <a:gd name="adj" fmla="val 17142"/>
            </a:avLst>
          </a:prstGeom>
          <a:solidFill>
            <a:schemeClr val="bg1"/>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p>
            <a:pPr algn="ctr">
              <a:lnSpc>
                <a:spcPct val="125000"/>
              </a:lnSpc>
              <a:buSzTx/>
            </a:pPr>
            <a:r>
              <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rPr>
              <a:t>实现技术功能</a:t>
            </a:r>
            <a:endPar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endParaRPr>
          </a:p>
        </p:txBody>
      </p:sp>
      <p:sp>
        <p:nvSpPr>
          <p:cNvPr id="31" name="AutoShape 8"/>
          <p:cNvSpPr/>
          <p:nvPr>
            <p:custDataLst>
              <p:tags r:id="rId32"/>
            </p:custDataLst>
          </p:nvPr>
        </p:nvSpPr>
        <p:spPr>
          <a:xfrm>
            <a:off x="8128000" y="4953000"/>
            <a:ext cx="3302000" cy="889000"/>
          </a:xfrm>
          <a:prstGeom prst="roundRect">
            <a:avLst>
              <a:gd name="adj" fmla="val 17142"/>
            </a:avLst>
          </a:prstGeom>
          <a:solidFill>
            <a:schemeClr val="bg1"/>
          </a:solidFill>
          <a:ln w="25400" cap="flat" cmpd="sng">
            <a:noFill/>
            <a:prstDash val="solid"/>
            <a:round/>
          </a:ln>
          <a:effectLst>
            <a:outerShdw blurRad="50800" dist="38100" dir="2700000" algn="tl" rotWithShape="0">
              <a:prstClr val="black">
                <a:alpha val="40000"/>
              </a:prstClr>
            </a:outerShdw>
          </a:effectLst>
        </p:spPr>
        <p:txBody>
          <a:bodyPr vert="horz" wrap="square" lIns="0" tIns="0" rIns="0" bIns="0" rtlCol="0" anchor="ctr" anchorCtr="0"/>
          <a:p>
            <a:pPr algn="ctr">
              <a:lnSpc>
                <a:spcPct val="125000"/>
              </a:lnSpc>
              <a:buSzTx/>
            </a:pPr>
            <a:r>
              <a:rPr lang="zh-CN" altLang="en-US" sz="2000" b="1">
                <a:solidFill>
                  <a:srgbClr val="407EC6"/>
                </a:solidFill>
                <a:effectLst>
                  <a:glow rad="25400">
                    <a:schemeClr val="accent1">
                      <a:satMod val="175000"/>
                      <a:alpha val="17000"/>
                    </a:schemeClr>
                  </a:glow>
                </a:effectLst>
                <a:latin typeface="微软雅黑" panose="020B0503020204020204" charset="-122"/>
                <a:ea typeface="微软雅黑" panose="020B0503020204020204" charset="-122"/>
                <a:cs typeface="Noto Sans SC" panose="020B0500000000000000" charset="-122"/>
              </a:rPr>
              <a:t>顺应趋势发展</a:t>
            </a:r>
            <a:endParaRPr lang="zh-CN" altLang="en-US" sz="2000" b="1">
              <a:solidFill>
                <a:srgbClr val="407EC6"/>
              </a:solidFill>
              <a:latin typeface="微软雅黑" panose="020B0503020204020204" charset="-122"/>
              <a:ea typeface="微软雅黑" panose="020B0503020204020204" charset="-122"/>
              <a:cs typeface="Noto Sans SC" panose="020B0500000000000000" charset="-122"/>
            </a:endParaRPr>
          </a:p>
        </p:txBody>
      </p:sp>
      <p:sp>
        <p:nvSpPr>
          <p:cNvPr id="27" name="AutoShape 6"/>
          <p:cNvSpPr/>
          <p:nvPr>
            <p:custDataLst>
              <p:tags r:id="rId33"/>
            </p:custDataLst>
          </p:nvPr>
        </p:nvSpPr>
        <p:spPr>
          <a:xfrm>
            <a:off x="-1137920" y="0"/>
            <a:ext cx="6471920" cy="825500"/>
          </a:xfrm>
          <a:prstGeom prst="rect">
            <a:avLst/>
          </a:prstGeom>
          <a:noFill/>
          <a:ln w="12700" cap="flat" cmpd="sng">
            <a:noFill/>
            <a:prstDash val="solid"/>
            <a:round/>
          </a:ln>
        </p:spPr>
        <p:txBody>
          <a:bodyPr vert="horz" wrap="square" lIns="0" tIns="0" rIns="0" bIns="0" rtlCol="0" anchor="ctr" anchorCtr="0"/>
          <a:p>
            <a:pPr marL="0" indent="0" algn="r">
              <a:lnSpc>
                <a:spcPct val="108000"/>
              </a:lnSpc>
              <a:defRPr/>
            </a:pPr>
            <a: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第九届全国大学生嵌入式芯片与系统设计竞赛</a:t>
            </a:r>
            <a:b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br>
            <a:r>
              <a:rPr lang="en-US" sz="1800" b="0" i="0" u="none" strike="noStrike">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芯片应用赛道</a:t>
            </a:r>
            <a:endParaRPr lang="en-US" sz="1100">
              <a:latin typeface="隶书" panose="02010509060101010101" charset="-122"/>
              <a:ea typeface="隶书" panose="02010509060101010101" charset="-122"/>
              <a:cs typeface="隶书" panose="02010509060101010101" charset="-122"/>
            </a:endParaRPr>
          </a:p>
        </p:txBody>
      </p:sp>
    </p:spTree>
    <p:custDataLst>
      <p:tags r:id="rId34"/>
    </p:custDataLst>
  </p:cSld>
  <p:clrMapOvr>
    <a:masterClrMapping/>
  </p:clrMapOvr>
  <mc:AlternateContent xmlns:mc="http://schemas.openxmlformats.org/markup-compatibility/2006">
    <mc:Choice xmlns:p14="http://schemas.microsoft.com/office/powerpoint/2010/main" Requires="p14">
      <p:transition spd="slow" p14:dur="1200" advTm="33258"/>
    </mc:Choice>
    <mc:Fallback>
      <p:transition spd="slow" advTm="332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3" presetClass="exit" presetSubtype="10" fill="hold" nodeType="clickEffect">
                                  <p:stCondLst>
                                    <p:cond delay="0"/>
                                  </p:stCondLst>
                                  <p:childTnLst>
                                    <p:animEffect transition="out" filter="blinds(horizontal)">
                                      <p:cBhvr>
                                        <p:cTn id="72" dur="500"/>
                                        <p:tgtEl>
                                          <p:spTgt spid="10"/>
                                        </p:tgtEl>
                                      </p:cBhvr>
                                    </p:animEffect>
                                    <p:set>
                                      <p:cBhvr>
                                        <p:cTn id="73" dur="1" fill="hold">
                                          <p:stCondLst>
                                            <p:cond delay="499"/>
                                          </p:stCondLst>
                                        </p:cTn>
                                        <p:tgtEl>
                                          <p:spTgt spid="10"/>
                                        </p:tgtEl>
                                        <p:attrNameLst>
                                          <p:attrName>style.visibility</p:attrName>
                                        </p:attrNameLst>
                                      </p:cBhvr>
                                      <p:to>
                                        <p:strVal val="hidden"/>
                                      </p:to>
                                    </p:set>
                                  </p:childTnLst>
                                </p:cTn>
                              </p:par>
                              <p:par>
                                <p:cTn id="74" presetID="3" presetClass="exit" presetSubtype="10" fill="hold" grpId="2" nodeType="withEffect">
                                  <p:stCondLst>
                                    <p:cond delay="0"/>
                                  </p:stCondLst>
                                  <p:childTnLst>
                                    <p:animEffect transition="out" filter="blinds(horizontal)">
                                      <p:cBhvr>
                                        <p:cTn id="75" dur="500"/>
                                        <p:tgtEl>
                                          <p:spTgt spid="11"/>
                                        </p:tgtEl>
                                      </p:cBhvr>
                                    </p:animEffect>
                                    <p:set>
                                      <p:cBhvr>
                                        <p:cTn id="76" dur="1" fill="hold">
                                          <p:stCondLst>
                                            <p:cond delay="499"/>
                                          </p:stCondLst>
                                        </p:cTn>
                                        <p:tgtEl>
                                          <p:spTgt spid="11"/>
                                        </p:tgtEl>
                                        <p:attrNameLst>
                                          <p:attrName>style.visibility</p:attrName>
                                        </p:attrNameLst>
                                      </p:cBhvr>
                                      <p:to>
                                        <p:strVal val="hidden"/>
                                      </p:to>
                                    </p:set>
                                  </p:childTnLst>
                                </p:cTn>
                              </p:par>
                              <p:par>
                                <p:cTn id="77" presetID="3" presetClass="exit" presetSubtype="10" fill="hold" nodeType="withEffect">
                                  <p:stCondLst>
                                    <p:cond delay="0"/>
                                  </p:stCondLst>
                                  <p:childTnLst>
                                    <p:animEffect transition="out" filter="blinds(horizontal)">
                                      <p:cBhvr>
                                        <p:cTn id="78" dur="500"/>
                                        <p:tgtEl>
                                          <p:spTgt spid="15"/>
                                        </p:tgtEl>
                                      </p:cBhvr>
                                    </p:animEffect>
                                    <p:set>
                                      <p:cBhvr>
                                        <p:cTn id="79" dur="1" fill="hold">
                                          <p:stCondLst>
                                            <p:cond delay="499"/>
                                          </p:stCondLst>
                                        </p:cTn>
                                        <p:tgtEl>
                                          <p:spTgt spid="15"/>
                                        </p:tgtEl>
                                        <p:attrNameLst>
                                          <p:attrName>style.visibility</p:attrName>
                                        </p:attrNameLst>
                                      </p:cBhvr>
                                      <p:to>
                                        <p:strVal val="hidden"/>
                                      </p:to>
                                    </p:set>
                                  </p:childTnLst>
                                </p:cTn>
                              </p:par>
                              <p:par>
                                <p:cTn id="80" presetID="3" presetClass="exit" presetSubtype="10" fill="hold" grpId="2" nodeType="withEffect">
                                  <p:stCondLst>
                                    <p:cond delay="0"/>
                                  </p:stCondLst>
                                  <p:childTnLst>
                                    <p:animEffect transition="out" filter="blinds(horizontal)">
                                      <p:cBhvr>
                                        <p:cTn id="81" dur="500"/>
                                        <p:tgtEl>
                                          <p:spTgt spid="16"/>
                                        </p:tgtEl>
                                      </p:cBhvr>
                                    </p:animEffect>
                                    <p:set>
                                      <p:cBhvr>
                                        <p:cTn id="82" dur="1" fill="hold">
                                          <p:stCondLst>
                                            <p:cond delay="499"/>
                                          </p:stCondLst>
                                        </p:cTn>
                                        <p:tgtEl>
                                          <p:spTgt spid="16"/>
                                        </p:tgtEl>
                                        <p:attrNameLst>
                                          <p:attrName>style.visibility</p:attrName>
                                        </p:attrNameLst>
                                      </p:cBhvr>
                                      <p:to>
                                        <p:strVal val="hidden"/>
                                      </p:to>
                                    </p:set>
                                  </p:childTnLst>
                                </p:cTn>
                              </p:par>
                              <p:par>
                                <p:cTn id="83" presetID="3" presetClass="exit" presetSubtype="10" fill="hold" nodeType="withEffect">
                                  <p:stCondLst>
                                    <p:cond delay="0"/>
                                  </p:stCondLst>
                                  <p:childTnLst>
                                    <p:animEffect transition="out" filter="blinds(horizontal)">
                                      <p:cBhvr>
                                        <p:cTn id="84" dur="500"/>
                                        <p:tgtEl>
                                          <p:spTgt spid="20"/>
                                        </p:tgtEl>
                                      </p:cBhvr>
                                    </p:animEffect>
                                    <p:set>
                                      <p:cBhvr>
                                        <p:cTn id="85" dur="1" fill="hold">
                                          <p:stCondLst>
                                            <p:cond delay="499"/>
                                          </p:stCondLst>
                                        </p:cTn>
                                        <p:tgtEl>
                                          <p:spTgt spid="20"/>
                                        </p:tgtEl>
                                        <p:attrNameLst>
                                          <p:attrName>style.visibility</p:attrName>
                                        </p:attrNameLst>
                                      </p:cBhvr>
                                      <p:to>
                                        <p:strVal val="hidden"/>
                                      </p:to>
                                    </p:set>
                                  </p:childTnLst>
                                </p:cTn>
                              </p:par>
                              <p:par>
                                <p:cTn id="86" presetID="3" presetClass="exit" presetSubtype="10" fill="hold" grpId="2" nodeType="withEffect">
                                  <p:stCondLst>
                                    <p:cond delay="0"/>
                                  </p:stCondLst>
                                  <p:childTnLst>
                                    <p:animEffect transition="out" filter="blinds(horizontal)">
                                      <p:cBhvr>
                                        <p:cTn id="87" dur="500"/>
                                        <p:tgtEl>
                                          <p:spTgt spid="21"/>
                                        </p:tgtEl>
                                      </p:cBhvr>
                                    </p:animEffect>
                                    <p:set>
                                      <p:cBhvr>
                                        <p:cTn id="88" dur="1" fill="hold">
                                          <p:stCondLst>
                                            <p:cond delay="499"/>
                                          </p:stCondLst>
                                        </p:cTn>
                                        <p:tgtEl>
                                          <p:spTgt spid="21"/>
                                        </p:tgtEl>
                                        <p:attrNameLst>
                                          <p:attrName>style.visibility</p:attrName>
                                        </p:attrNameLst>
                                      </p:cBhvr>
                                      <p:to>
                                        <p:strVal val="hidden"/>
                                      </p:to>
                                    </p:set>
                                  </p:childTnLst>
                                </p:cTn>
                              </p:par>
                              <p:par>
                                <p:cTn id="89" presetID="3" presetClass="exit" presetSubtype="10" fill="hold" grpId="2" nodeType="withEffect">
                                  <p:stCondLst>
                                    <p:cond delay="0"/>
                                  </p:stCondLst>
                                  <p:childTnLst>
                                    <p:animEffect transition="out" filter="blinds(horizontal)">
                                      <p:cBhvr>
                                        <p:cTn id="90" dur="500"/>
                                        <p:tgtEl>
                                          <p:spTgt spid="12"/>
                                        </p:tgtEl>
                                      </p:cBhvr>
                                    </p:animEffect>
                                    <p:set>
                                      <p:cBhvr>
                                        <p:cTn id="91" dur="1" fill="hold">
                                          <p:stCondLst>
                                            <p:cond delay="499"/>
                                          </p:stCondLst>
                                        </p:cTn>
                                        <p:tgtEl>
                                          <p:spTgt spid="12"/>
                                        </p:tgtEl>
                                        <p:attrNameLst>
                                          <p:attrName>style.visibility</p:attrName>
                                        </p:attrNameLst>
                                      </p:cBhvr>
                                      <p:to>
                                        <p:strVal val="hidden"/>
                                      </p:to>
                                    </p:set>
                                  </p:childTnLst>
                                </p:cTn>
                              </p:par>
                              <p:par>
                                <p:cTn id="92" presetID="3" presetClass="exit" presetSubtype="10" fill="hold" grpId="2" nodeType="withEffect">
                                  <p:stCondLst>
                                    <p:cond delay="0"/>
                                  </p:stCondLst>
                                  <p:childTnLst>
                                    <p:animEffect transition="out" filter="blinds(horizontal)">
                                      <p:cBhvr>
                                        <p:cTn id="93" dur="500"/>
                                        <p:tgtEl>
                                          <p:spTgt spid="7"/>
                                        </p:tgtEl>
                                      </p:cBhvr>
                                    </p:animEffect>
                                    <p:set>
                                      <p:cBhvr>
                                        <p:cTn id="94" dur="1" fill="hold">
                                          <p:stCondLst>
                                            <p:cond delay="499"/>
                                          </p:stCondLst>
                                        </p:cTn>
                                        <p:tgtEl>
                                          <p:spTgt spid="7"/>
                                        </p:tgtEl>
                                        <p:attrNameLst>
                                          <p:attrName>style.visibility</p:attrName>
                                        </p:attrNameLst>
                                      </p:cBhvr>
                                      <p:to>
                                        <p:strVal val="hidden"/>
                                      </p:to>
                                    </p:set>
                                  </p:childTnLst>
                                </p:cTn>
                              </p:par>
                              <p:par>
                                <p:cTn id="95" presetID="3" presetClass="exit" presetSubtype="10" fill="hold" grpId="2" nodeType="withEffect">
                                  <p:stCondLst>
                                    <p:cond delay="0"/>
                                  </p:stCondLst>
                                  <p:childTnLst>
                                    <p:animEffect transition="out" filter="blinds(horizontal)">
                                      <p:cBhvr>
                                        <p:cTn id="96" dur="500"/>
                                        <p:tgtEl>
                                          <p:spTgt spid="17"/>
                                        </p:tgtEl>
                                      </p:cBhvr>
                                    </p:animEffect>
                                    <p:set>
                                      <p:cBhvr>
                                        <p:cTn id="97" dur="1" fill="hold">
                                          <p:stCondLst>
                                            <p:cond delay="499"/>
                                          </p:stCondLst>
                                        </p:cTn>
                                        <p:tgtEl>
                                          <p:spTgt spid="17"/>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000" fill="hold">
                                          <p:stCondLst>
                                            <p:cond delay="0"/>
                                          </p:stCondLst>
                                        </p:cTn>
                                        <p:tgtEl>
                                          <p:spTgt spid="23"/>
                                        </p:tgtEl>
                                        <p:attrNameLst>
                                          <p:attrName>style.visibility</p:attrName>
                                        </p:attrNameLst>
                                      </p:cBhvr>
                                      <p:to>
                                        <p:strVal val="visible"/>
                                      </p:to>
                                    </p:set>
                                    <p:animEffect transition="in" filter="wipe(up)">
                                      <p:cBhvr>
                                        <p:cTn id="102" dur="1000"/>
                                        <p:tgtEl>
                                          <p:spTgt spid="23"/>
                                        </p:tgtEl>
                                      </p:cBhvr>
                                    </p:animEffect>
                                  </p:childTnLst>
                                </p:cTn>
                              </p:par>
                              <p:par>
                                <p:cTn id="103" presetID="22" presetClass="entr" presetSubtype="1" fill="hold" grpId="0" nodeType="withEffect">
                                  <p:stCondLst>
                                    <p:cond delay="0"/>
                                  </p:stCondLst>
                                  <p:childTnLst>
                                    <p:set>
                                      <p:cBhvr>
                                        <p:cTn id="104" dur="1000" fill="hold">
                                          <p:stCondLst>
                                            <p:cond delay="0"/>
                                          </p:stCondLst>
                                        </p:cTn>
                                        <p:tgtEl>
                                          <p:spTgt spid="22"/>
                                        </p:tgtEl>
                                        <p:attrNameLst>
                                          <p:attrName>style.visibility</p:attrName>
                                        </p:attrNameLst>
                                      </p:cBhvr>
                                      <p:to>
                                        <p:strVal val="visible"/>
                                      </p:to>
                                    </p:set>
                                    <p:animEffect transition="in" filter="wipe(up)">
                                      <p:cBhvr>
                                        <p:cTn id="105" dur="1000"/>
                                        <p:tgtEl>
                                          <p:spTgt spid="22"/>
                                        </p:tgtEl>
                                      </p:cBhvr>
                                    </p:animEffect>
                                  </p:childTnLst>
                                </p:cTn>
                              </p:par>
                              <p:par>
                                <p:cTn id="106" presetID="22" presetClass="entr" presetSubtype="1" fill="hold" grpId="0" nodeType="withEffect">
                                  <p:stCondLst>
                                    <p:cond delay="0"/>
                                  </p:stCondLst>
                                  <p:childTnLst>
                                    <p:set>
                                      <p:cBhvr>
                                        <p:cTn id="107" dur="1000" fill="hold">
                                          <p:stCondLst>
                                            <p:cond delay="0"/>
                                          </p:stCondLst>
                                        </p:cTn>
                                        <p:tgtEl>
                                          <p:spTgt spid="24"/>
                                        </p:tgtEl>
                                        <p:attrNameLst>
                                          <p:attrName>style.visibility</p:attrName>
                                        </p:attrNameLst>
                                      </p:cBhvr>
                                      <p:to>
                                        <p:strVal val="visible"/>
                                      </p:to>
                                    </p:set>
                                    <p:animEffect transition="in" filter="wipe(up)">
                                      <p:cBhvr>
                                        <p:cTn id="108" dur="1000"/>
                                        <p:tgtEl>
                                          <p:spTgt spid="24"/>
                                        </p:tgtEl>
                                      </p:cBhvr>
                                    </p:animEffect>
                                  </p:childTnLst>
                                </p:cTn>
                              </p:par>
                              <p:par>
                                <p:cTn id="109" presetID="22" presetClass="entr" presetSubtype="1" fill="hold" grpId="0" nodeType="withEffect">
                                  <p:stCondLst>
                                    <p:cond delay="0"/>
                                  </p:stCondLst>
                                  <p:childTnLst>
                                    <p:set>
                                      <p:cBhvr>
                                        <p:cTn id="110" dur="750" fill="hold">
                                          <p:stCondLst>
                                            <p:cond delay="0"/>
                                          </p:stCondLst>
                                        </p:cTn>
                                        <p:tgtEl>
                                          <p:spTgt spid="31"/>
                                        </p:tgtEl>
                                        <p:attrNameLst>
                                          <p:attrName>style.visibility</p:attrName>
                                        </p:attrNameLst>
                                      </p:cBhvr>
                                      <p:to>
                                        <p:strVal val="visible"/>
                                      </p:to>
                                    </p:set>
                                    <p:animEffect transition="in" filter="wipe(up)">
                                      <p:cBhvr>
                                        <p:cTn id="111" dur="750"/>
                                        <p:tgtEl>
                                          <p:spTgt spid="31"/>
                                        </p:tgtEl>
                                      </p:cBhvr>
                                    </p:animEffect>
                                  </p:childTnLst>
                                </p:cTn>
                              </p:par>
                              <p:par>
                                <p:cTn id="112" presetID="22" presetClass="entr" presetSubtype="1" fill="hold" grpId="0" nodeType="withEffect">
                                  <p:stCondLst>
                                    <p:cond delay="0"/>
                                  </p:stCondLst>
                                  <p:childTnLst>
                                    <p:set>
                                      <p:cBhvr>
                                        <p:cTn id="113" dur="750" fill="hold">
                                          <p:stCondLst>
                                            <p:cond delay="0"/>
                                          </p:stCondLst>
                                        </p:cTn>
                                        <p:tgtEl>
                                          <p:spTgt spid="30"/>
                                        </p:tgtEl>
                                        <p:attrNameLst>
                                          <p:attrName>style.visibility</p:attrName>
                                        </p:attrNameLst>
                                      </p:cBhvr>
                                      <p:to>
                                        <p:strVal val="visible"/>
                                      </p:to>
                                    </p:set>
                                    <p:animEffect transition="in" filter="wipe(up)">
                                      <p:cBhvr>
                                        <p:cTn id="114" dur="750"/>
                                        <p:tgtEl>
                                          <p:spTgt spid="30"/>
                                        </p:tgtEl>
                                      </p:cBhvr>
                                    </p:animEffect>
                                  </p:childTnLst>
                                </p:cTn>
                              </p:par>
                              <p:par>
                                <p:cTn id="115" presetID="22" presetClass="entr" presetSubtype="1" fill="hold" grpId="0" nodeType="withEffect">
                                  <p:stCondLst>
                                    <p:cond delay="0"/>
                                  </p:stCondLst>
                                  <p:childTnLst>
                                    <p:set>
                                      <p:cBhvr>
                                        <p:cTn id="116" dur="750" fill="hold">
                                          <p:stCondLst>
                                            <p:cond delay="0"/>
                                          </p:stCondLst>
                                        </p:cTn>
                                        <p:tgtEl>
                                          <p:spTgt spid="29"/>
                                        </p:tgtEl>
                                        <p:attrNameLst>
                                          <p:attrName>style.visibility</p:attrName>
                                        </p:attrNameLst>
                                      </p:cBhvr>
                                      <p:to>
                                        <p:strVal val="visible"/>
                                      </p:to>
                                    </p:set>
                                    <p:animEffect transition="in" filter="wipe(up)">
                                      <p:cBhvr>
                                        <p:cTn id="117"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p:bldP spid="11" grpId="0"/>
      <p:bldP spid="7" grpId="1" animBg="1"/>
      <p:bldP spid="8" grpId="1" animBg="1"/>
      <p:bldP spid="9" grpId="1"/>
      <p:bldP spid="11" grpId="1"/>
      <p:bldP spid="12" grpId="0" bldLvl="0" animBg="1"/>
      <p:bldP spid="13" grpId="0" bldLvl="0" animBg="1"/>
      <p:bldP spid="14" grpId="0"/>
      <p:bldP spid="16" grpId="0"/>
      <p:bldP spid="12" grpId="1" animBg="1"/>
      <p:bldP spid="13" grpId="1" animBg="1"/>
      <p:bldP spid="14" grpId="1"/>
      <p:bldP spid="16" grpId="1"/>
      <p:bldP spid="17" grpId="0" bldLvl="0" animBg="1"/>
      <p:bldP spid="18" grpId="0" bldLvl="0" animBg="1"/>
      <p:bldP spid="19" grpId="0"/>
      <p:bldP spid="21" grpId="0"/>
      <p:bldP spid="17" grpId="1" animBg="1"/>
      <p:bldP spid="18" grpId="1" animBg="1"/>
      <p:bldP spid="19" grpId="1"/>
      <p:bldP spid="21" grpId="1"/>
      <p:bldP spid="6" grpId="1"/>
      <p:bldP spid="11" grpId="2"/>
      <p:bldP spid="16" grpId="2"/>
      <p:bldP spid="21" grpId="2"/>
      <p:bldP spid="12" grpId="2" bldLvl="0" animBg="1"/>
      <p:bldP spid="7" grpId="2" bldLvl="0" animBg="1"/>
      <p:bldP spid="17" grpId="2" bldLvl="0" animBg="1"/>
      <p:bldP spid="23" grpId="0" bldLvl="0" animBg="1"/>
      <p:bldP spid="22" grpId="0" bldLvl="0" animBg="1"/>
      <p:bldP spid="24" grpId="0" bldLvl="0" animBg="1"/>
      <p:bldP spid="23" grpId="1" animBg="1"/>
      <p:bldP spid="22" grpId="1" animBg="1"/>
      <p:bldP spid="24" grpId="1" animBg="1"/>
      <p:bldP spid="31" grpId="0" bldLvl="0" animBg="1"/>
      <p:bldP spid="30" grpId="0" bldLvl="0" animBg="1"/>
      <p:bldP spid="29" grpId="0" bldLvl="0" animBg="1"/>
      <p:bldP spid="31" grpId="1" animBg="1"/>
      <p:bldP spid="30" grpId="1" animBg="1"/>
      <p:bldP spid="29"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custDataLst>
              <p:tags r:id="rId1"/>
            </p:custDataLst>
          </p:nvPr>
        </p:nvSpPr>
        <p:spPr>
          <a:xfrm>
            <a:off x="8890000" y="-1524000"/>
            <a:ext cx="5080000" cy="5080000"/>
          </a:xfrm>
          <a:prstGeom prst="ellipse">
            <a:avLst/>
          </a:prstGeom>
          <a:solidFill>
            <a:srgbClr val="34D399">
              <a:alpha val="8000"/>
            </a:srgbClr>
          </a:solidFill>
          <a:ln cap="flat" cmpd="sng">
            <a:solidFill>
              <a:srgbClr val="1BB980">
                <a:alpha val="8000"/>
              </a:srgbClr>
            </a:solidFill>
            <a:prstDash val="solid"/>
            <a:round/>
          </a:ln>
        </p:spPr>
        <p:txBody>
          <a:bodyPr vert="horz" wrap="square" lIns="63500" tIns="63500" rIns="63500" bIns="63500" rtlCol="0" anchor="ctr"/>
          <a:p>
            <a:pPr algn="ctr">
              <a:defRPr/>
            </a:pPr>
          </a:p>
        </p:txBody>
      </p:sp>
      <p:sp>
        <p:nvSpPr>
          <p:cNvPr id="3" name="AutoShape 3"/>
          <p:cNvSpPr/>
          <p:nvPr>
            <p:custDataLst>
              <p:tags r:id="rId2"/>
            </p:custDataLst>
          </p:nvPr>
        </p:nvSpPr>
        <p:spPr>
          <a:xfrm>
            <a:off x="-1524000" y="4191000"/>
            <a:ext cx="4445000" cy="4445000"/>
          </a:xfrm>
          <a:prstGeom prst="ellipse">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p>
            <a:pPr algn="ctr">
              <a:defRPr/>
            </a:pPr>
          </a:p>
        </p:txBody>
      </p:sp>
      <p:sp>
        <p:nvSpPr>
          <p:cNvPr id="4" name="AutoShape 4"/>
          <p:cNvSpPr/>
          <p:nvPr>
            <p:custDataLst>
              <p:tags r:id="rId3"/>
            </p:custDataLst>
          </p:nvPr>
        </p:nvSpPr>
        <p:spPr>
          <a:xfrm rot="720000">
            <a:off x="-1016000" y="3403600"/>
            <a:ext cx="15240000" cy="38100"/>
          </a:xfrm>
          <a:prstGeom prst="roundRect">
            <a:avLst>
              <a:gd name="adj" fmla="val 0"/>
            </a:avLst>
          </a:prstGeom>
          <a:gradFill rotWithShape="1">
            <a:gsLst>
              <a:gs pos="0">
                <a:srgbClr val="34D399">
                  <a:alpha val="0"/>
                </a:srgbClr>
              </a:gs>
              <a:gs pos="50000">
                <a:srgbClr val="34D399">
                  <a:alpha val="25000"/>
                </a:srgbClr>
              </a:gs>
              <a:gs pos="100000">
                <a:srgbClr val="3B82F6">
                  <a:alpha val="0"/>
                </a:srgbClr>
              </a:gs>
            </a:gsLst>
            <a:lin ang="0"/>
          </a:gradFill>
          <a:ln cap="flat" cmpd="sng">
            <a:gradFill rotWithShape="1">
              <a:gsLst>
                <a:gs pos="0">
                  <a:srgbClr val="1BB980">
                    <a:alpha val="0"/>
                  </a:srgbClr>
                </a:gs>
                <a:gs pos="50000">
                  <a:srgbClr val="1BB980">
                    <a:alpha val="25000"/>
                  </a:srgbClr>
                </a:gs>
                <a:gs pos="100000">
                  <a:srgbClr val="1F67DD">
                    <a:alpha val="0"/>
                  </a:srgbClr>
                </a:gs>
              </a:gsLst>
              <a:lin ang="0"/>
            </a:gradFill>
            <a:prstDash val="solid"/>
            <a:round/>
          </a:ln>
        </p:spPr>
        <p:txBody>
          <a:bodyPr vert="horz" wrap="square" lIns="63500" tIns="63500" rIns="63500" bIns="63500" rtlCol="0" anchor="ctr"/>
          <a:p>
            <a:pPr algn="ctr">
              <a:defRPr/>
            </a:pPr>
          </a:p>
        </p:txBody>
      </p:sp>
      <p:pic>
        <p:nvPicPr>
          <p:cNvPr id="5" name="Picture 5"/>
          <p:cNvPicPr>
            <a:picLocks noChangeAspect="1"/>
          </p:cNvPicPr>
          <p:nvPr>
            <p:custDataLst>
              <p:tags r:id="rId4"/>
            </p:custDataLst>
          </p:nvPr>
        </p:nvPicPr>
        <p:blipFill>
          <a:blip r:embed="rId5"/>
          <a:srcRect l="8005" r="8005"/>
          <a:stretch>
            <a:fillRect/>
          </a:stretch>
        </p:blipFill>
        <p:spPr>
          <a:xfrm>
            <a:off x="-389200" y="963453"/>
            <a:ext cx="6866200" cy="5450047"/>
          </a:xfrm>
          <a:prstGeom prst="roundRect">
            <a:avLst>
              <a:gd name="adj" fmla="val 3728"/>
            </a:avLst>
          </a:prstGeom>
          <a:noFill/>
          <a:ln w="25400" cap="flat" cmpd="sng">
            <a:noFill/>
            <a:prstDash val="solid"/>
            <a:round/>
          </a:ln>
          <a:effectLst>
            <a:outerShdw blurRad="190500" dir="2700000" algn="tl" rotWithShape="0">
              <a:srgbClr val="34D399">
                <a:alpha val="45000"/>
              </a:srgbClr>
            </a:outerShdw>
          </a:effectLst>
        </p:spPr>
      </p:pic>
      <p:sp>
        <p:nvSpPr>
          <p:cNvPr id="6" name="AutoShape 6"/>
          <p:cNvSpPr/>
          <p:nvPr>
            <p:custDataLst>
              <p:tags r:id="rId6"/>
            </p:custDataLst>
          </p:nvPr>
        </p:nvSpPr>
        <p:spPr>
          <a:xfrm>
            <a:off x="-1137920" y="0"/>
            <a:ext cx="6471920" cy="825500"/>
          </a:xfrm>
          <a:prstGeom prst="rect">
            <a:avLst/>
          </a:prstGeom>
          <a:noFill/>
          <a:ln w="12700" cap="flat" cmpd="sng">
            <a:noFill/>
            <a:prstDash val="solid"/>
            <a:round/>
          </a:ln>
        </p:spPr>
        <p:txBody>
          <a:bodyPr vert="horz" wrap="square" lIns="0" tIns="0" rIns="0" bIns="0" rtlCol="0" anchor="ctr" anchorCtr="0"/>
          <a:p>
            <a:pPr marL="0" indent="0" algn="r">
              <a:lnSpc>
                <a:spcPct val="108000"/>
              </a:lnSpc>
              <a:defRPr/>
            </a:pPr>
            <a: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第九届全国大学生嵌入式芯片与系统设计竞赛</a:t>
            </a:r>
            <a:b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br>
            <a:r>
              <a:rPr lang="en-US" sz="1800" b="0" i="0" u="none" strike="noStrike">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芯片应用赛道</a:t>
            </a:r>
            <a:endParaRPr lang="en-US" sz="1100">
              <a:latin typeface="隶书" panose="02010509060101010101" charset="-122"/>
              <a:ea typeface="隶书" panose="02010509060101010101" charset="-122"/>
              <a:cs typeface="隶书" panose="02010509060101010101" charset="-122"/>
            </a:endParaRPr>
          </a:p>
        </p:txBody>
      </p:sp>
      <p:sp>
        <p:nvSpPr>
          <p:cNvPr id="7" name="AutoShape 7"/>
          <p:cNvSpPr/>
          <p:nvPr>
            <p:custDataLst>
              <p:tags r:id="rId7"/>
            </p:custDataLst>
          </p:nvPr>
        </p:nvSpPr>
        <p:spPr>
          <a:xfrm>
            <a:off x="3702050" y="3111500"/>
            <a:ext cx="6223000" cy="1079500"/>
          </a:xfrm>
          <a:prstGeom prst="rect">
            <a:avLst/>
          </a:prstGeom>
          <a:noFill/>
          <a:ln w="12700" cap="flat" cmpd="sng">
            <a:noFill/>
            <a:prstDash val="solid"/>
            <a:round/>
          </a:ln>
        </p:spPr>
        <p:txBody>
          <a:bodyPr vert="horz" wrap="square" lIns="0" tIns="0" rIns="0" bIns="0" rtlCol="0" anchor="ctr" anchorCtr="0"/>
          <a:p>
            <a:pPr marL="0" indent="0" algn="r">
              <a:lnSpc>
                <a:spcPct val="125000"/>
              </a:lnSpc>
              <a:defRPr/>
            </a:pPr>
            <a:r>
              <a:rPr lang="zh-CN" altLang="en-US" sz="4800" b="1" i="0" u="none" strike="noStrike" spc="200">
                <a:ln w="22225">
                  <a:solidFill>
                    <a:schemeClr val="accent2"/>
                  </a:solidFill>
                  <a:prstDash val="solid"/>
                </a:ln>
                <a:solidFill>
                  <a:schemeClr val="accent2">
                    <a:lumMod val="40000"/>
                    <a:lumOff val="60000"/>
                  </a:schemeClr>
                </a:solidFill>
                <a:effectLst/>
                <a:latin typeface="隶书" panose="02010509060101010101" charset="-122"/>
                <a:ea typeface="隶书" panose="02010509060101010101" charset="-122"/>
                <a:cs typeface="Noto Sans SC" panose="020B0500000000000000" charset="-122"/>
                <a:sym typeface="Noto Sans SC" panose="020B0500000000000000" charset="-122"/>
              </a:rPr>
              <a:t>作品功能</a:t>
            </a:r>
            <a:r>
              <a:rPr lang="zh-CN" altLang="en-US" sz="4800" b="1" i="0" u="none" strike="noStrike" spc="200">
                <a:ln w="22225">
                  <a:solidFill>
                    <a:schemeClr val="accent2"/>
                  </a:solidFill>
                  <a:prstDash val="solid"/>
                </a:ln>
                <a:solidFill>
                  <a:schemeClr val="accent2">
                    <a:lumMod val="40000"/>
                    <a:lumOff val="60000"/>
                  </a:schemeClr>
                </a:solidFill>
                <a:effectLst/>
                <a:latin typeface="隶书" panose="02010509060101010101" charset="-122"/>
                <a:ea typeface="隶书" panose="02010509060101010101" charset="-122"/>
                <a:cs typeface="Noto Sans SC" panose="020B0500000000000000" charset="-122"/>
                <a:sym typeface="Noto Sans SC" panose="020B0500000000000000" charset="-122"/>
              </a:rPr>
              <a:t>演示</a:t>
            </a:r>
            <a:endParaRPr lang="zh-CN" altLang="en-US" sz="4800" b="1" i="0" u="none" strike="noStrike" spc="200">
              <a:ln w="22225">
                <a:solidFill>
                  <a:schemeClr val="accent2"/>
                </a:solidFill>
                <a:prstDash val="solid"/>
              </a:ln>
              <a:solidFill>
                <a:schemeClr val="accent2">
                  <a:lumMod val="40000"/>
                  <a:lumOff val="60000"/>
                </a:schemeClr>
              </a:solidFill>
              <a:effectLst/>
              <a:latin typeface="隶书" panose="02010509060101010101" charset="-122"/>
              <a:ea typeface="隶书" panose="02010509060101010101" charset="-122"/>
              <a:cs typeface="Noto Sans SC" panose="020B0500000000000000" charset="-122"/>
              <a:sym typeface="Noto Sans SC" panose="020B0500000000000000" charset="-122"/>
            </a:endParaRPr>
          </a:p>
        </p:txBody>
      </p:sp>
    </p:spTree>
    <p:custDataLst>
      <p:tags r:id="rId8"/>
    </p:custDataLst>
  </p:cSld>
  <p:clrMapOvr>
    <a:masterClrMapping/>
  </p:clrMapOvr>
  <p:transition spd="med" advTm="300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6" name="图片 25"/>
          <p:cNvPicPr/>
          <p:nvPr userDrawn="1">
            <p:custDataLst>
              <p:tags r:id="rId1"/>
            </p:custDataLst>
          </p:nvPr>
        </p:nvPicPr>
        <p:blipFill>
          <a:blip r:embed="rId2" r:link="rId3" cstate="email"/>
          <a:stretch>
            <a:fillRect/>
          </a:stretch>
        </p:blipFill>
        <p:spPr>
          <a:xfrm>
            <a:off x="0" y="0"/>
            <a:ext cx="720090" cy="611505"/>
          </a:xfrm>
          <a:prstGeom prst="rect">
            <a:avLst/>
          </a:prstGeom>
        </p:spPr>
      </p:pic>
      <p:pic>
        <p:nvPicPr>
          <p:cNvPr id="25" name="图片 24"/>
          <p:cNvPicPr/>
          <p:nvPr userDrawn="1">
            <p:custDataLst>
              <p:tags r:id="rId4"/>
            </p:custDataLst>
          </p:nvPr>
        </p:nvPicPr>
        <p:blipFill>
          <a:blip r:embed="rId5" r:link="rId6" cstate="email"/>
          <a:stretch>
            <a:fillRect/>
          </a:stretch>
        </p:blipFill>
        <p:spPr>
          <a:xfrm>
            <a:off x="11471910" y="0"/>
            <a:ext cx="720090" cy="682625"/>
          </a:xfrm>
          <a:prstGeom prst="rect">
            <a:avLst/>
          </a:prstGeom>
        </p:spPr>
      </p:pic>
      <p:sp>
        <p:nvSpPr>
          <p:cNvPr id="2" name="AutoShape 2"/>
          <p:cNvSpPr/>
          <p:nvPr>
            <p:custDataLst>
              <p:tags r:id="rId7"/>
            </p:custDataLst>
          </p:nvPr>
        </p:nvSpPr>
        <p:spPr>
          <a:xfrm>
            <a:off x="0" y="0"/>
            <a:ext cx="12192000" cy="50800"/>
          </a:xfrm>
          <a:prstGeom prst="roundRect">
            <a:avLst>
              <a:gd name="adj" fmla="val 0"/>
            </a:avLst>
          </a:prstGeom>
          <a:gradFill rotWithShape="1">
            <a:gsLst>
              <a:gs pos="0">
                <a:srgbClr val="111827">
                  <a:alpha val="0"/>
                </a:srgbClr>
              </a:gs>
              <a:gs pos="50000">
                <a:srgbClr val="34D399">
                  <a:alpha val="60000"/>
                </a:srgbClr>
              </a:gs>
              <a:gs pos="100000">
                <a:srgbClr val="111827">
                  <a:alpha val="0"/>
                </a:srgbClr>
              </a:gs>
            </a:gsLst>
            <a:lin ang="0"/>
          </a:gra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3" name="AutoShape 3"/>
          <p:cNvSpPr/>
          <p:nvPr>
            <p:custDataLst>
              <p:tags r:id="rId8"/>
            </p:custDataLst>
          </p:nvPr>
        </p:nvSpPr>
        <p:spPr>
          <a:xfrm>
            <a:off x="0" y="6807200"/>
            <a:ext cx="12192000" cy="50800"/>
          </a:xfrm>
          <a:prstGeom prst="roundRect">
            <a:avLst>
              <a:gd name="adj" fmla="val 0"/>
            </a:avLst>
          </a:prstGeom>
          <a:gradFill rotWithShape="1">
            <a:gsLst>
              <a:gs pos="0">
                <a:srgbClr val="111827">
                  <a:alpha val="0"/>
                </a:srgbClr>
              </a:gs>
              <a:gs pos="50000">
                <a:srgbClr val="34D399">
                  <a:alpha val="60000"/>
                </a:srgbClr>
              </a:gs>
              <a:gs pos="100000">
                <a:srgbClr val="111827">
                  <a:alpha val="0"/>
                </a:srgbClr>
              </a:gs>
            </a:gsLst>
            <a:lin ang="0"/>
          </a:gra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4" name="AutoShape 4"/>
          <p:cNvSpPr/>
          <p:nvPr>
            <p:custDataLst>
              <p:tags r:id="rId9"/>
            </p:custDataLst>
          </p:nvPr>
        </p:nvSpPr>
        <p:spPr>
          <a:xfrm>
            <a:off x="10414000" y="-1016000"/>
            <a:ext cx="2794000" cy="2794000"/>
          </a:xfrm>
          <a:prstGeom prst="ellipse">
            <a:avLst/>
          </a:prstGeom>
          <a:solidFill>
            <a:schemeClr val="accent1">
              <a:alpha val="8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5" name="AutoShape 5"/>
          <p:cNvSpPr/>
          <p:nvPr>
            <p:custDataLst>
              <p:tags r:id="rId10"/>
            </p:custDataLst>
          </p:nvPr>
        </p:nvSpPr>
        <p:spPr>
          <a:xfrm>
            <a:off x="-1016000" y="5080000"/>
            <a:ext cx="3048000" cy="3048000"/>
          </a:xfrm>
          <a:prstGeom prst="ellipse">
            <a:avLst/>
          </a:prstGeom>
          <a:solidFill>
            <a:schemeClr val="accent1">
              <a:alpha val="8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6" name="AutoShape 6"/>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rPr>
              <a:t>作品核心功能</a:t>
            </a:r>
            <a:endPar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endParaRPr>
          </a:p>
        </p:txBody>
      </p:sp>
      <p:sp>
        <p:nvSpPr>
          <p:cNvPr id="28" name="AutoShape 6"/>
          <p:cNvSpPr/>
          <p:nvPr>
            <p:custDataLst>
              <p:tags r:id="rId11"/>
            </p:custDataLst>
          </p:nvPr>
        </p:nvSpPr>
        <p:spPr>
          <a:xfrm>
            <a:off x="-1137920" y="0"/>
            <a:ext cx="6471920" cy="825500"/>
          </a:xfrm>
          <a:prstGeom prst="rect">
            <a:avLst/>
          </a:prstGeom>
          <a:noFill/>
          <a:ln w="12700" cap="flat" cmpd="sng">
            <a:noFill/>
            <a:prstDash val="solid"/>
            <a:round/>
          </a:ln>
        </p:spPr>
        <p:txBody>
          <a:bodyPr vert="horz" wrap="square" lIns="0" tIns="0" rIns="0" bIns="0" rtlCol="0" anchor="ctr" anchorCtr="0"/>
          <a:p>
            <a:pPr marL="0" indent="0" algn="r">
              <a:lnSpc>
                <a:spcPct val="108000"/>
              </a:lnSpc>
              <a:defRPr/>
            </a:pPr>
            <a: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第九届全国大学生嵌入式芯片与系统设计竞赛</a:t>
            </a:r>
            <a:b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br>
            <a:r>
              <a:rPr lang="en-US" sz="1800" b="0" i="0" u="none" strike="noStrike">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芯片应用赛道</a:t>
            </a:r>
            <a:endParaRPr lang="en-US" sz="1100">
              <a:latin typeface="隶书" panose="02010509060101010101" charset="-122"/>
              <a:ea typeface="隶书" panose="02010509060101010101" charset="-122"/>
              <a:cs typeface="隶书" panose="02010509060101010101" charset="-122"/>
            </a:endParaRPr>
          </a:p>
        </p:txBody>
      </p:sp>
      <p:sp>
        <p:nvSpPr>
          <p:cNvPr id="40" name="AutoShape 19"/>
          <p:cNvSpPr/>
          <p:nvPr>
            <p:custDataLst>
              <p:tags r:id="rId12"/>
            </p:custDataLst>
          </p:nvPr>
        </p:nvSpPr>
        <p:spPr>
          <a:xfrm>
            <a:off x="4294505" y="1727200"/>
            <a:ext cx="3213100" cy="4064000"/>
          </a:xfrm>
          <a:prstGeom prst="roundRect">
            <a:avLst>
              <a:gd name="adj" fmla="val 0"/>
            </a:avLst>
          </a:prstGeom>
          <a:solidFill>
            <a:schemeClr val="accent2">
              <a:alpha val="40000"/>
            </a:schemeClr>
          </a:solidFill>
          <a:ln w="12700" cap="flat" cmpd="sng">
            <a:solidFill>
              <a:schemeClr val="accent1">
                <a:alpha val="25000"/>
              </a:schemeClr>
            </a:solid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41" name="AutoShape 20"/>
          <p:cNvSpPr/>
          <p:nvPr>
            <p:custDataLst>
              <p:tags r:id="rId13"/>
            </p:custDataLst>
          </p:nvPr>
        </p:nvSpPr>
        <p:spPr>
          <a:xfrm>
            <a:off x="4294505" y="1981200"/>
            <a:ext cx="32131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2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rPr>
              <a:t>多模态模型推理</a:t>
            </a:r>
            <a:endParaRPr lang="en-US" sz="2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endParaRPr>
          </a:p>
        </p:txBody>
      </p:sp>
      <p:sp>
        <p:nvSpPr>
          <p:cNvPr id="42" name="AutoShape 21"/>
          <p:cNvSpPr/>
          <p:nvPr>
            <p:custDataLst>
              <p:tags r:id="rId14"/>
            </p:custDataLst>
          </p:nvPr>
        </p:nvSpPr>
        <p:spPr>
          <a:xfrm>
            <a:off x="5393055" y="2743200"/>
            <a:ext cx="1016000" cy="1016000"/>
          </a:xfrm>
          <a:prstGeom prst="ellipse">
            <a:avLst/>
          </a:prstGeom>
          <a:solidFill>
            <a:schemeClr val="accent1">
              <a:alpha val="12000"/>
            </a:schemeClr>
          </a:solidFill>
          <a:ln w="12700" cap="flat" cmpd="sng">
            <a:solidFill>
              <a:schemeClr val="accent1">
                <a:alpha val="50000"/>
              </a:schemeClr>
            </a:solid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pic>
        <p:nvPicPr>
          <p:cNvPr id="43" name="Picture 22"/>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47055" y="2997200"/>
            <a:ext cx="508000" cy="508000"/>
          </a:xfrm>
          <a:prstGeom prst="rect">
            <a:avLst/>
          </a:prstGeom>
        </p:spPr>
      </p:pic>
      <p:cxnSp>
        <p:nvCxnSpPr>
          <p:cNvPr id="44" name="Connector 23"/>
          <p:cNvCxnSpPr/>
          <p:nvPr>
            <p:custDataLst>
              <p:tags r:id="rId18"/>
            </p:custDataLst>
          </p:nvPr>
        </p:nvCxnSpPr>
        <p:spPr>
          <a:xfrm rot="-16139">
            <a:off x="4548520" y="4006850"/>
            <a:ext cx="2705100" cy="12700"/>
          </a:xfrm>
          <a:prstGeom prst="straightConnector1">
            <a:avLst/>
          </a:prstGeom>
          <a:solidFill>
            <a:schemeClr val="accent3">
              <a:alpha val="100000"/>
            </a:schemeClr>
          </a:solidFill>
          <a:ln w="25400" cap="flat" cmpd="sng">
            <a:solidFill>
              <a:schemeClr val="tx1">
                <a:lumMod val="95000"/>
                <a:lumOff val="5000"/>
                <a:alpha val="10000"/>
              </a:schemeClr>
            </a:solidFill>
            <a:prstDash val="solid"/>
            <a:round/>
            <a:headEnd type="none" w="med" len="med"/>
            <a:tailEnd type="none" w="med" len="med"/>
          </a:ln>
        </p:spPr>
      </p:cxnSp>
      <p:sp>
        <p:nvSpPr>
          <p:cNvPr id="45" name="AutoShape 24"/>
          <p:cNvSpPr/>
          <p:nvPr>
            <p:custDataLst>
              <p:tags r:id="rId19"/>
            </p:custDataLst>
          </p:nvPr>
        </p:nvSpPr>
        <p:spPr>
          <a:xfrm>
            <a:off x="4485005" y="4203700"/>
            <a:ext cx="2832100" cy="15875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pPr>
            <a:r>
              <a:rPr lang="zh-CN" alt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alt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1</a:t>
            </a:r>
            <a:r>
              <a:rPr lang="zh-CN" alt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部署端侧轻量化</a:t>
            </a:r>
            <a:r>
              <a:rPr lang="en-US"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多模态融合推理引擎，协同视觉、环境传感</a:t>
            </a:r>
            <a:r>
              <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endPar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a:p>
            <a:pPr marL="0" indent="0" algn="just">
              <a:lnSpc>
                <a:spcPct val="108000"/>
              </a:lnSpc>
            </a:pPr>
            <a:r>
              <a:rPr lang="zh-CN" alt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alt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2</a:t>
            </a:r>
            <a:r>
              <a:rPr lang="zh-CN" alt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基于ARM架构实现多源信息融合分析，</a:t>
            </a:r>
            <a:r>
              <a:rPr lang="en-US"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高性</a:t>
            </a:r>
            <a:r>
              <a:rPr lang="zh-CN" altLang="en-US"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能</a:t>
            </a:r>
            <a:r>
              <a:rPr lang="en-US"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的智能决策</a:t>
            </a:r>
            <a:r>
              <a:rPr lang="zh-CN" altLang="en-US"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回答</a:t>
            </a:r>
            <a:r>
              <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endParaRPr lang="en-US"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spTree>
    <p:custDataLst>
      <p:tags r:id="rId20"/>
    </p:custDataLst>
  </p:cSld>
  <p:clrMapOvr>
    <a:masterClrMapping/>
  </p:clrMapOvr>
  <p:transition spd="med" advTm="300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6" name="图片 25"/>
          <p:cNvPicPr/>
          <p:nvPr userDrawn="1">
            <p:custDataLst>
              <p:tags r:id="rId1"/>
            </p:custDataLst>
          </p:nvPr>
        </p:nvPicPr>
        <p:blipFill>
          <a:blip r:embed="rId2" r:link="rId3" cstate="email"/>
          <a:stretch>
            <a:fillRect/>
          </a:stretch>
        </p:blipFill>
        <p:spPr>
          <a:xfrm>
            <a:off x="0" y="0"/>
            <a:ext cx="720090" cy="611505"/>
          </a:xfrm>
          <a:prstGeom prst="rect">
            <a:avLst/>
          </a:prstGeom>
        </p:spPr>
      </p:pic>
      <p:pic>
        <p:nvPicPr>
          <p:cNvPr id="25" name="图片 24"/>
          <p:cNvPicPr/>
          <p:nvPr userDrawn="1">
            <p:custDataLst>
              <p:tags r:id="rId4"/>
            </p:custDataLst>
          </p:nvPr>
        </p:nvPicPr>
        <p:blipFill>
          <a:blip r:embed="rId5" r:link="rId6" cstate="email"/>
          <a:stretch>
            <a:fillRect/>
          </a:stretch>
        </p:blipFill>
        <p:spPr>
          <a:xfrm>
            <a:off x="11471910" y="0"/>
            <a:ext cx="720090" cy="682625"/>
          </a:xfrm>
          <a:prstGeom prst="rect">
            <a:avLst/>
          </a:prstGeom>
        </p:spPr>
      </p:pic>
      <p:sp>
        <p:nvSpPr>
          <p:cNvPr id="2" name="AutoShape 2"/>
          <p:cNvSpPr/>
          <p:nvPr>
            <p:custDataLst>
              <p:tags r:id="rId7"/>
            </p:custDataLst>
          </p:nvPr>
        </p:nvSpPr>
        <p:spPr>
          <a:xfrm>
            <a:off x="0" y="0"/>
            <a:ext cx="12192000" cy="50800"/>
          </a:xfrm>
          <a:prstGeom prst="roundRect">
            <a:avLst>
              <a:gd name="adj" fmla="val 0"/>
            </a:avLst>
          </a:prstGeom>
          <a:gradFill rotWithShape="1">
            <a:gsLst>
              <a:gs pos="0">
                <a:srgbClr val="111827">
                  <a:alpha val="0"/>
                </a:srgbClr>
              </a:gs>
              <a:gs pos="50000">
                <a:srgbClr val="34D399">
                  <a:alpha val="60000"/>
                </a:srgbClr>
              </a:gs>
              <a:gs pos="100000">
                <a:srgbClr val="111827">
                  <a:alpha val="0"/>
                </a:srgbClr>
              </a:gs>
            </a:gsLst>
            <a:lin ang="0"/>
          </a:gra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3" name="AutoShape 3"/>
          <p:cNvSpPr/>
          <p:nvPr>
            <p:custDataLst>
              <p:tags r:id="rId8"/>
            </p:custDataLst>
          </p:nvPr>
        </p:nvSpPr>
        <p:spPr>
          <a:xfrm>
            <a:off x="0" y="6807200"/>
            <a:ext cx="12192000" cy="50800"/>
          </a:xfrm>
          <a:prstGeom prst="roundRect">
            <a:avLst>
              <a:gd name="adj" fmla="val 0"/>
            </a:avLst>
          </a:prstGeom>
          <a:gradFill rotWithShape="1">
            <a:gsLst>
              <a:gs pos="0">
                <a:srgbClr val="111827">
                  <a:alpha val="0"/>
                </a:srgbClr>
              </a:gs>
              <a:gs pos="50000">
                <a:srgbClr val="34D399">
                  <a:alpha val="60000"/>
                </a:srgbClr>
              </a:gs>
              <a:gs pos="100000">
                <a:srgbClr val="111827">
                  <a:alpha val="0"/>
                </a:srgbClr>
              </a:gs>
            </a:gsLst>
            <a:lin ang="0"/>
          </a:gra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4" name="AutoShape 4"/>
          <p:cNvSpPr/>
          <p:nvPr>
            <p:custDataLst>
              <p:tags r:id="rId9"/>
            </p:custDataLst>
          </p:nvPr>
        </p:nvSpPr>
        <p:spPr>
          <a:xfrm>
            <a:off x="10414000" y="-1016000"/>
            <a:ext cx="2794000" cy="2794000"/>
          </a:xfrm>
          <a:prstGeom prst="ellipse">
            <a:avLst/>
          </a:prstGeom>
          <a:solidFill>
            <a:schemeClr val="accent1">
              <a:alpha val="8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5" name="AutoShape 5"/>
          <p:cNvSpPr/>
          <p:nvPr>
            <p:custDataLst>
              <p:tags r:id="rId10"/>
            </p:custDataLst>
          </p:nvPr>
        </p:nvSpPr>
        <p:spPr>
          <a:xfrm>
            <a:off x="-1016000" y="5080000"/>
            <a:ext cx="3048000" cy="3048000"/>
          </a:xfrm>
          <a:prstGeom prst="ellipse">
            <a:avLst/>
          </a:prstGeom>
          <a:solidFill>
            <a:schemeClr val="accent1">
              <a:alpha val="8000"/>
            </a:schemeClr>
          </a:solidFill>
          <a:ln w="25400" cap="flat" cmpd="sng">
            <a:no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6" name="AutoShape 6"/>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rPr>
              <a:t>作品核心功能</a:t>
            </a:r>
            <a:endParaRPr lang="en-US" sz="3200" b="1" i="0" u="none" strike="noStrike">
              <a:solidFill>
                <a:srgbClr val="000000"/>
              </a:solidFill>
              <a:latin typeface="微软雅黑" panose="020B0503020204020204" charset="-122"/>
              <a:ea typeface="微软雅黑" panose="020B0503020204020204" charset="-122"/>
              <a:cs typeface="Noto Sans SC" panose="020B0500000000000000" charset="-122"/>
              <a:sym typeface="Noto Sans SC" panose="020B0500000000000000" charset="-122"/>
            </a:endParaRPr>
          </a:p>
        </p:txBody>
      </p:sp>
      <p:sp>
        <p:nvSpPr>
          <p:cNvPr id="7" name="AutoShape 7"/>
          <p:cNvSpPr/>
          <p:nvPr>
            <p:custDataLst>
              <p:tags r:id="rId11"/>
            </p:custDataLst>
          </p:nvPr>
        </p:nvSpPr>
        <p:spPr>
          <a:xfrm>
            <a:off x="762000" y="1778000"/>
            <a:ext cx="3213100" cy="4064000"/>
          </a:xfrm>
          <a:prstGeom prst="roundRect">
            <a:avLst>
              <a:gd name="adj" fmla="val 0"/>
            </a:avLst>
          </a:prstGeom>
          <a:solidFill>
            <a:schemeClr val="accent2">
              <a:alpha val="40000"/>
            </a:schemeClr>
          </a:solidFill>
          <a:ln w="12700" cap="sq" cmpd="sng">
            <a:solidFill>
              <a:schemeClr val="accent1">
                <a:alpha val="25000"/>
              </a:schemeClr>
            </a:solidFill>
            <a:prstDash val="solid"/>
            <a:round/>
          </a:ln>
          <a:effectLst>
            <a:softEdge rad="12700"/>
          </a:effectLst>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sp>
        <p:nvSpPr>
          <p:cNvPr id="8" name="AutoShape 8"/>
          <p:cNvSpPr/>
          <p:nvPr/>
        </p:nvSpPr>
        <p:spPr>
          <a:xfrm>
            <a:off x="762000" y="2032000"/>
            <a:ext cx="32131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sz="22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500000000000000" charset="-122"/>
              </a:rPr>
              <a:t>ROS导航</a:t>
            </a:r>
            <a:endParaRPr lang="en-US" sz="2200" b="1" i="0" u="none" strike="noStrike">
              <a:solidFill>
                <a:srgbClr val="000000"/>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sp>
        <p:nvSpPr>
          <p:cNvPr id="9" name="AutoShape 9"/>
          <p:cNvSpPr/>
          <p:nvPr>
            <p:custDataLst>
              <p:tags r:id="rId12"/>
            </p:custDataLst>
          </p:nvPr>
        </p:nvSpPr>
        <p:spPr>
          <a:xfrm>
            <a:off x="1860550" y="2794000"/>
            <a:ext cx="1016000" cy="1016000"/>
          </a:xfrm>
          <a:prstGeom prst="ellipse">
            <a:avLst/>
          </a:prstGeom>
          <a:solidFill>
            <a:schemeClr val="accent1">
              <a:alpha val="12000"/>
            </a:schemeClr>
          </a:solidFill>
          <a:ln w="12700" cap="flat" cmpd="sng">
            <a:solidFill>
              <a:schemeClr val="accent1">
                <a:alpha val="50000"/>
              </a:schemeClr>
            </a:solidFill>
            <a:prstDash val="solid"/>
            <a:round/>
          </a:ln>
        </p:spPr>
        <p:txBody>
          <a:bodyPr vert="horz" wrap="square" lIns="63500" tIns="63500" rIns="63500" bIns="63500" rtlCol="0" anchor="ctr"/>
          <a:lstStyle/>
          <a:p>
            <a:pPr algn="ctr"/>
            <a:endParaRPr sz="1400">
              <a:solidFill>
                <a:schemeClr val="dk1"/>
              </a:solidFill>
              <a:latin typeface="微软雅黑" panose="020B0503020204020204" charset="-122"/>
              <a:ea typeface="微软雅黑" panose="020B0503020204020204" charset="-122"/>
            </a:endParaRPr>
          </a:p>
        </p:txBody>
      </p:sp>
      <p:pic>
        <p:nvPicPr>
          <p:cNvPr id="10" name="Picture 10"/>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14550" y="3048000"/>
            <a:ext cx="508000" cy="508000"/>
          </a:xfrm>
          <a:prstGeom prst="rect">
            <a:avLst/>
          </a:prstGeom>
        </p:spPr>
      </p:pic>
      <p:cxnSp>
        <p:nvCxnSpPr>
          <p:cNvPr id="11" name="Connector 11"/>
          <p:cNvCxnSpPr/>
          <p:nvPr>
            <p:custDataLst>
              <p:tags r:id="rId16"/>
            </p:custDataLst>
          </p:nvPr>
        </p:nvCxnSpPr>
        <p:spPr>
          <a:xfrm rot="-16139">
            <a:off x="1016015" y="4057650"/>
            <a:ext cx="2705100" cy="12700"/>
          </a:xfrm>
          <a:prstGeom prst="straightConnector1">
            <a:avLst/>
          </a:prstGeom>
          <a:solidFill>
            <a:schemeClr val="accent3">
              <a:alpha val="100000"/>
            </a:schemeClr>
          </a:solidFill>
          <a:ln w="25400" cap="flat" cmpd="sng">
            <a:solidFill>
              <a:schemeClr val="tx1">
                <a:lumMod val="95000"/>
                <a:lumOff val="5000"/>
                <a:alpha val="10000"/>
              </a:schemeClr>
            </a:solidFill>
            <a:prstDash val="solid"/>
            <a:round/>
            <a:headEnd type="none" w="med" len="med"/>
            <a:tailEnd type="none" w="med" len="med"/>
          </a:ln>
        </p:spPr>
      </p:cxnSp>
      <p:sp>
        <p:nvSpPr>
          <p:cNvPr id="12" name="AutoShape 12"/>
          <p:cNvSpPr/>
          <p:nvPr/>
        </p:nvSpPr>
        <p:spPr>
          <a:xfrm>
            <a:off x="952500" y="4254500"/>
            <a:ext cx="2832100" cy="15875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pPr>
            <a:r>
              <a:rPr 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alt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1</a:t>
            </a:r>
            <a:r>
              <a:rPr 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）地图</a:t>
            </a:r>
            <a:r>
              <a:rPr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导航</a:t>
            </a:r>
            <a:r>
              <a:rPr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通过高精度卫星定位获取小车</a:t>
            </a:r>
            <a:r>
              <a:rPr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实时位置</a:t>
            </a:r>
            <a:endParaRPr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a:p>
            <a:pPr marL="0" indent="0" algn="just">
              <a:lnSpc>
                <a:spcPct val="108000"/>
              </a:lnSpc>
            </a:pPr>
            <a:r>
              <a:rPr 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lang="en-US" alt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2</a:t>
            </a:r>
            <a:r>
              <a:rPr lang="zh-CN"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r>
              <a:rPr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室外环境中的</a:t>
            </a:r>
            <a:r>
              <a:rPr sz="1400" b="0" i="0" u="none" strike="noStrike">
                <a:solidFill>
                  <a:srgbClr val="FF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自主定位、路径跟踪和定点导航</a:t>
            </a:r>
            <a:r>
              <a:rPr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rPr>
              <a:t>。</a:t>
            </a:r>
            <a:endParaRPr sz="1400" b="0" i="0" u="none" strike="noStrike">
              <a:solidFill>
                <a:srgbClr val="000000">
                  <a:alpha val="90000"/>
                </a:srgbClr>
              </a:solidFill>
              <a:latin typeface="微软雅黑" panose="020B0503020204020204" charset="-122"/>
              <a:ea typeface="微软雅黑" panose="020B0503020204020204" charset="-122"/>
              <a:cs typeface="微软雅黑" panose="020B0503020204020204" charset="-122"/>
              <a:sym typeface="Noto Sans SC" panose="020B0500000000000000" charset="-122"/>
            </a:endParaRPr>
          </a:p>
        </p:txBody>
      </p:sp>
      <p:sp>
        <p:nvSpPr>
          <p:cNvPr id="28" name="AutoShape 6"/>
          <p:cNvSpPr/>
          <p:nvPr>
            <p:custDataLst>
              <p:tags r:id="rId17"/>
            </p:custDataLst>
          </p:nvPr>
        </p:nvSpPr>
        <p:spPr>
          <a:xfrm>
            <a:off x="-1137920" y="0"/>
            <a:ext cx="6471920" cy="825500"/>
          </a:xfrm>
          <a:prstGeom prst="rect">
            <a:avLst/>
          </a:prstGeom>
          <a:noFill/>
          <a:ln w="12700" cap="flat" cmpd="sng">
            <a:noFill/>
            <a:prstDash val="solid"/>
            <a:round/>
          </a:ln>
        </p:spPr>
        <p:txBody>
          <a:bodyPr vert="horz" wrap="square" lIns="0" tIns="0" rIns="0" bIns="0" rtlCol="0" anchor="ctr" anchorCtr="0"/>
          <a:p>
            <a:pPr marL="0" indent="0" algn="r">
              <a:lnSpc>
                <a:spcPct val="108000"/>
              </a:lnSpc>
              <a:defRPr/>
            </a:pPr>
            <a: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第九届全国大学生嵌入式芯片与系统设计竞赛</a:t>
            </a:r>
            <a:br>
              <a:rPr lang="en-US" sz="1800" b="0" i="0" u="none" strike="noStrike" spc="100">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br>
            <a:r>
              <a:rPr lang="en-US" sz="1800" b="0" i="0" u="none" strike="noStrike">
                <a:solidFill>
                  <a:srgbClr val="9CA3AF"/>
                </a:solidFill>
                <a:latin typeface="隶书" panose="02010509060101010101" charset="-122"/>
                <a:ea typeface="隶书" panose="02010509060101010101" charset="-122"/>
                <a:cs typeface="隶书" panose="02010509060101010101" charset="-122"/>
                <a:sym typeface="Noto Sans SC" panose="020B0500000000000000" charset="-122"/>
              </a:rPr>
              <a:t>芯片应用赛道</a:t>
            </a:r>
            <a:endParaRPr lang="en-US" sz="1100">
              <a:latin typeface="隶书" panose="02010509060101010101" charset="-122"/>
              <a:ea typeface="隶书" panose="02010509060101010101" charset="-122"/>
              <a:cs typeface="隶书" panose="02010509060101010101" charset="-122"/>
            </a:endParaRPr>
          </a:p>
        </p:txBody>
      </p:sp>
    </p:spTree>
    <p:custDataLst>
      <p:tags r:id="rId18"/>
    </p:custDataLst>
  </p:cSld>
  <p:clrMapOvr>
    <a:masterClrMapping/>
  </p:clrMapOvr>
  <p:transition spd="med"/>
  <p:timing>
    <p:tnLst>
      <p:par>
        <p:cTn id="1" dur="indefinite" restart="never" nodeType="tmRoot"/>
      </p:par>
    </p:tnLst>
    <p:bldLst>
      <p:bldP spid="7" grpId="1" animBg="1"/>
      <p:bldP spid="8" grpId="1"/>
      <p:bldP spid="9" grpId="1" animBg="1"/>
      <p:bldP spid="12" grpId="1"/>
    </p:bldLst>
  </p:timing>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Lst>
</file>

<file path=ppt/tags/tag8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9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0"/>
  <p:tag name="KSO_WM_UNIT_ID" val="_18*i*0"/>
  <p:tag name="KSO_WM_UNIT_BK_DARK_LIGHT" val="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99"/>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99"/>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5.xml><?xml version="1.0" encoding="utf-8"?>
<p:tagLst xmlns:p="http://schemas.openxmlformats.org/presentationml/2006/main">
  <p:tag name="KSO_WM_TAG_VERSION" val="1.0"/>
  <p:tag name="KSO_WM_BEAUTIFY_FLAG" val="#wm#"/>
  <p:tag name="KSO_WM_TEMPLATE_CATEGORY" val="custom"/>
  <p:tag name="KSO_WM_TEMPLATE_INDEX" val="20204599"/>
  <p:tag name="KSO_WM_TEMPLATE_SUBCATEGORY" val="0"/>
  <p:tag name="KSO_WM_TEMPLATE_MASTER_TYPE" val="1"/>
  <p:tag name="KSO_WM_TEMPLATE_COLOR_TYPE" val="1"/>
  <p:tag name="KSO_WM_TEMPLATE_MASTER_THUMB_INDEX" val="12"/>
  <p:tag name="KSO_WM_TEMPLATE_THUMBS_INDEX" val="1、4、7、9、11、12、13、18、21、22、23、24、27、32、35、37、38、39"/>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wm#"/>
  <p:tag name="KSO_WM_TEMPLATE_SUBCATEGORY" val="0"/>
  <p:tag name="KSO_WM_SLIDE_ITEM_CNT" val="0"/>
  <p:tag name="KSO_WM_SLIDE_INDEX" val="1"/>
  <p:tag name="KSO_WM_TAG_VERSION" val="1.0"/>
  <p:tag name="KSO_WM_SLIDE_LAYOUT" val="a_b"/>
  <p:tag name="KSO_WM_SLIDE_LAYOUT_CNT" val="1_1"/>
  <p:tag name="KSO_WM_SLIDE_TYPE" val="title"/>
  <p:tag name="KSO_WM_SLIDE_SUBTYPE" val="pureTxt"/>
  <p:tag name="KSO_WM_TEMPLATE_MASTER_TYPE" val="1"/>
  <p:tag name="KSO_WM_TEMPLATE_COLOR_TYPE" val="1"/>
  <p:tag name="KSO_WM_TEMPLATE_CATEGORY" val="custom"/>
  <p:tag name="KSO_WM_TEMPLATE_INDEX" val="20204599"/>
  <p:tag name="KSO_WM_SLIDE_ID" val="custom20204599_1"/>
  <p:tag name="KSO_WM_TEMPLATE_MASTER_THUMB_INDEX" val="12"/>
  <p:tag name="KSO_WM_TEMPLATE_THUMBS_INDEX" val="1、4、7、9、11、12、13、18、21、22、23、24、27、32、35、37、38、39"/>
</p:tagLst>
</file>

<file path=ppt/tags/tag1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5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59.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60.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61.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62.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16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1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6.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16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6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169.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17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7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172.xml><?xml version="1.0" encoding="utf-8"?>
<p:tagLst xmlns:p="http://schemas.openxmlformats.org/presentationml/2006/main">
  <p:tag name="KSO_WM_UNIT_FILL_FORE_SCHEMECOLOR_INDEX_BRIGHTNESS" val="-0.05"/>
  <p:tag name="KSO_WM_UNIT_FILL_FORE_SCHEMECOLOR_INDEX" val="6"/>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
  <p:tag name="KSO_WM_UNIT_TEXT_FILL_TYPE" val="1"/>
</p:tagLst>
</file>

<file path=ppt/tags/tag173.xml><?xml version="1.0" encoding="utf-8"?>
<p:tagLst xmlns:p="http://schemas.openxmlformats.org/presentationml/2006/main">
  <p:tag name="KSO_WM_UNIT_FILL_FORE_SCHEMECOLOR_INDEX_BRIGHTNESS" val="-0.05"/>
  <p:tag name="KSO_WM_UNIT_FILL_FORE_SCHEMECOLOR_INDEX" val="6"/>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
  <p:tag name="KSO_WM_UNIT_TEXT_FILL_TYPE" val="1"/>
</p:tagLst>
</file>

<file path=ppt/tags/tag174.xml><?xml version="1.0" encoding="utf-8"?>
<p:tagLst xmlns:p="http://schemas.openxmlformats.org/presentationml/2006/main">
  <p:tag name="KSO_WM_UNIT_FILL_FORE_SCHEMECOLOR_INDEX_BRIGHTNESS" val="-0.05"/>
  <p:tag name="KSO_WM_UNIT_FILL_FORE_SCHEMECOLOR_INDEX" val="6"/>
  <p:tag name="KSO_WM_UNIT_FILL_TYPE" val="1"/>
  <p:tag name="KSO_WM_UNIT_LINE_FORE_SCHEMECOLOR_INDEX_BRIGHTNESS" val="-0.25"/>
  <p:tag name="KSO_WM_UNIT_LINE_FORE_SCHEMECOLOR_INDEX" val="5"/>
  <p:tag name="KSO_WM_UNIT_LINE_FILL_TYPE" val="2"/>
  <p:tag name="KSO_WM_UNIT_TEXT_FILL_FORE_SCHEMECOLOR_INDEX_BRIGHTNESS" val="0"/>
  <p:tag name="KSO_WM_UNIT_TEXT_FILL_FORE_SCHEMECOLOR_INDEX" val="1"/>
  <p:tag name="KSO_WM_UNIT_TEXT_FILL_TYPE" val="1"/>
</p:tagLst>
</file>

<file path=ppt/tags/tag175.xml><?xml version="1.0" encoding="utf-8"?>
<p:tagLst xmlns:p="http://schemas.openxmlformats.org/presentationml/2006/main">
  <p:tag name="KSO_WM_UNIT_FILL_FORE_SCHEMECOLOR_INDEX_BRIGHTNESS" val="-0.05"/>
  <p:tag name="KSO_WM_UNIT_FILL_FORE_SCHEMECOLOR_INDEX" val="6"/>
  <p:tag name="KSO_WM_UNIT_FILL_TYPE" val="1"/>
</p:tagLst>
</file>

<file path=ppt/tags/tag176.xml><?xml version="1.0" encoding="utf-8"?>
<p:tagLst xmlns:p="http://schemas.openxmlformats.org/presentationml/2006/main">
  <p:tag name="KSO_WM_UNIT_FILL_FORE_SCHEMECOLOR_INDEX_BRIGHTNESS" val="-0.05"/>
  <p:tag name="KSO_WM_UNIT_FILL_FORE_SCHEMECOLOR_INDEX" val="6"/>
  <p:tag name="KSO_WM_UNIT_FILL_TYPE" val="1"/>
</p:tagLst>
</file>

<file path=ppt/tags/tag177.xml><?xml version="1.0" encoding="utf-8"?>
<p:tagLst xmlns:p="http://schemas.openxmlformats.org/presentationml/2006/main">
  <p:tag name="KSO_WM_UNIT_FILL_FORE_SCHEMECOLOR_INDEX_BRIGHTNESS" val="-0.05"/>
  <p:tag name="KSO_WM_UNIT_FILL_FORE_SCHEMECOLOR_INDEX" val="6"/>
  <p:tag name="KSO_WM_UNIT_FILL_TYPE" val="1"/>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SLIDE_BK_DARK_LIGHT" val="2"/>
  <p:tag name="KSO_WM_SLIDE_BACKGROUND_TYPE" val="general"/>
  <p:tag name="TIMING" val="|1.393|7.059|8.107|9.917|0.909"/>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wm#"/>
  <p:tag name="KSO_WM_TEMPLATE_SUBCATEGORY" val="0"/>
  <p:tag name="KSO_WM_SLIDE_ITEM_CNT" val="0"/>
  <p:tag name="KSO_WM_SLIDE_INDEX" val="1"/>
  <p:tag name="KSO_WM_TAG_VERSION" val="1.0"/>
  <p:tag name="KSO_WM_SLIDE_LAYOUT" val="a_b"/>
  <p:tag name="KSO_WM_SLIDE_LAYOUT_CNT" val="1_1"/>
  <p:tag name="KSO_WM_SLIDE_TYPE" val="title"/>
  <p:tag name="KSO_WM_SLIDE_SUBTYPE" val="pureTxt"/>
  <p:tag name="KSO_WM_TEMPLATE_MASTER_TYPE" val="1"/>
  <p:tag name="KSO_WM_TEMPLATE_COLOR_TYPE" val="1"/>
  <p:tag name="KSO_WM_TEMPLATE_CATEGORY" val="custom"/>
  <p:tag name="KSO_WM_TEMPLATE_INDEX" val="20204599"/>
  <p:tag name="KSO_WM_SLIDE_ID" val="custom20204599_1"/>
  <p:tag name="KSO_WM_TEMPLATE_MASTER_THUMB_INDEX" val="12"/>
  <p:tag name="KSO_WM_TEMPLATE_THUMBS_INDEX" val="1、4、7、9、11、12、13、18、21、22、23、24、27、32、35、37、38、39"/>
</p:tagLst>
</file>

<file path=ppt/tags/tag1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2.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BEAUTIFY_FLAG" val=""/>
</p:tagLst>
</file>

<file path=ppt/tags/tag19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BEAUTIFY_FLAG" val=""/>
</p:tagLst>
</file>

<file path=ppt/tags/tag198.xml><?xml version="1.0" encoding="utf-8"?>
<p:tagLst xmlns:p="http://schemas.openxmlformats.org/presentationml/2006/main">
  <p:tag name="KSO_WM_UNIT_FILL_FORE_SCHEMECOLOR_INDEX_BRIGHTNESS" val="0"/>
  <p:tag name="KSO_WM_UNIT_FILL_FORE_SCHEMECOLOR_INDEX" val="7"/>
  <p:tag name="KSO_WM_UNIT_FILL_TYPE" val="1"/>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SLIDE_BK_DARK_LIGHT" val="2"/>
  <p:tag name="KSO_WM_SLIDE_BACKGROUND_TYPE" val="general"/>
</p:tagLst>
</file>

<file path=ppt/tags/tag20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7.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20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209.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Lst>
</file>

<file path=ppt/tags/tag210.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SLIDE_BK_DARK_LIGHT" val="2"/>
  <p:tag name="KSO_WM_SLIDE_BACKGROUND_TYPE" val="general"/>
</p:tagLst>
</file>

<file path=ppt/tags/tag213.xml><?xml version="1.0" encoding="utf-8"?>
<p:tagLst xmlns:p="http://schemas.openxmlformats.org/presentationml/2006/main">
  <p:tag name="COMMONDATA" val="eyJoZGlkIjoiYjM4NWU4Y2JjNTY5Y2IzMmM1OTgyNWJjNzUwZWVmYWI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4181A"/>
      </a:dk2>
      <a:lt2>
        <a:srgbClr val="FBFCFC"/>
      </a:lt2>
      <a:accent1>
        <a:srgbClr val="407EB1"/>
      </a:accent1>
      <a:accent2>
        <a:srgbClr val="298085"/>
      </a:accent2>
      <a:accent3>
        <a:srgbClr val="39794E"/>
      </a:accent3>
      <a:accent4>
        <a:srgbClr val="65672E"/>
      </a:accent4>
      <a:accent5>
        <a:srgbClr val="98512B"/>
      </a:accent5>
      <a:accent6>
        <a:srgbClr val="B04046"/>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563</Words>
  <Application>WPS 演示</Application>
  <PresentationFormat/>
  <Paragraphs>56</Paragraphs>
  <Slides>5</Slides>
  <Notes>0</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幻灯片标题</vt:lpstr>
      </vt:variant>
      <vt:variant>
        <vt:i4>5</vt:i4>
      </vt:variant>
      <vt:variant>
        <vt:lpstr>自定义放映</vt:lpstr>
      </vt:variant>
      <vt:variant>
        <vt:i4>1</vt:i4>
      </vt:variant>
    </vt:vector>
  </HeadingPairs>
  <TitlesOfParts>
    <vt:vector size="18" baseType="lpstr">
      <vt:lpstr>Arial</vt:lpstr>
      <vt:lpstr>宋体</vt:lpstr>
      <vt:lpstr>Wingdings</vt:lpstr>
      <vt:lpstr>Arial</vt:lpstr>
      <vt:lpstr>微软雅黑</vt:lpstr>
      <vt:lpstr>汉仪旗黑-85S</vt:lpstr>
      <vt:lpstr>黑体</vt:lpstr>
      <vt:lpstr>隶书</vt:lpstr>
      <vt:lpstr>Noto Sans SC</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諷</cp:lastModifiedBy>
  <cp:revision>18</cp:revision>
  <dcterms:created xsi:type="dcterms:W3CDTF">2026-07-04T08:34:00Z</dcterms:created>
  <dcterms:modified xsi:type="dcterms:W3CDTF">2026-07-05T15:43:37Z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{"Label":"1","ContentProducer":"001191110102MACQD9K64010000","ProduceID":"7658586697818885101","ReservedCode1":"","ContentPropagator":"","PropagateID":"","ReservedCode2":""}</vt:lpwstr>
  </property>
  <property fmtid="{D5CDD505-2E9C-101B-9397-08002B2CF9AE}" pid="3" name="ICV">
    <vt:lpwstr>A12FCB0AF3CB44448FE80CAE7A3C9BBC_12</vt:lpwstr>
  </property>
  <property fmtid="{D5CDD505-2E9C-101B-9397-08002B2CF9AE}" pid="4" name="KSOProductBuildVer">
    <vt:lpwstr>2052-12.1.0.15673</vt:lpwstr>
  </property>
</Properties>
</file>